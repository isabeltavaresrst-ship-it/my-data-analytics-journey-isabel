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60" r:id="rId3"/>
    <p:sldId id="257" r:id="rId4"/>
    <p:sldId id="258" r:id="rId5"/>
    <p:sldId id="264" r:id="rId6"/>
    <p:sldId id="259" r:id="rId7"/>
    <p:sldId id="261" r:id="rId8"/>
    <p:sldId id="262" r:id="rId9"/>
    <p:sldId id="263" r:id="rId10"/>
    <p:sldId id="265" r:id="rId11"/>
    <p:sldId id="267"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E1BC6AE-FFFD-4BBB-A8D2-3D6683257ACE}" v="52" dt="2026-08-04T02:57:37.64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26" autoAdjust="0"/>
    <p:restoredTop sz="95509" autoAdjust="0"/>
  </p:normalViewPr>
  <p:slideViewPr>
    <p:cSldViewPr snapToGrid="0">
      <p:cViewPr>
        <p:scale>
          <a:sx n="92" d="100"/>
          <a:sy n="92" d="100"/>
        </p:scale>
        <p:origin x="104" y="3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sabel Tavares" userId="ab76ec252c957cd7" providerId="LiveId" clId="{5C09A6F6-31D8-407B-A523-F1DC1B88DA5C}"/>
    <pc:docChg chg="undo custSel addSld delSld modSld sldOrd">
      <pc:chgData name="Isabel Tavares" userId="ab76ec252c957cd7" providerId="LiveId" clId="{5C09A6F6-31D8-407B-A523-F1DC1B88DA5C}" dt="2026-08-04T03:08:47.276" v="402" actId="113"/>
      <pc:docMkLst>
        <pc:docMk/>
      </pc:docMkLst>
      <pc:sldChg chg="addSp delSp modSp mod setBg addAnim modNotesTx">
        <pc:chgData name="Isabel Tavares" userId="ab76ec252c957cd7" providerId="LiveId" clId="{5C09A6F6-31D8-407B-A523-F1DC1B88DA5C}" dt="2026-08-04T02:14:43.001" v="126" actId="20577"/>
        <pc:sldMkLst>
          <pc:docMk/>
          <pc:sldMk cId="1900259407" sldId="256"/>
        </pc:sldMkLst>
        <pc:spChg chg="mod">
          <ac:chgData name="Isabel Tavares" userId="ab76ec252c957cd7" providerId="LiveId" clId="{5C09A6F6-31D8-407B-A523-F1DC1B88DA5C}" dt="2026-08-04T02:14:04.359" v="119" actId="14100"/>
          <ac:spMkLst>
            <pc:docMk/>
            <pc:sldMk cId="1900259407" sldId="256"/>
            <ac:spMk id="2" creationId="{1D4CFA8F-6E1E-2853-6D5F-E7352FE0C29A}"/>
          </ac:spMkLst>
        </pc:spChg>
        <pc:spChg chg="mod">
          <ac:chgData name="Isabel Tavares" userId="ab76ec252c957cd7" providerId="LiveId" clId="{5C09A6F6-31D8-407B-A523-F1DC1B88DA5C}" dt="2026-07-27T01:50:46.754" v="85" actId="26606"/>
          <ac:spMkLst>
            <pc:docMk/>
            <pc:sldMk cId="1900259407" sldId="256"/>
            <ac:spMk id="3" creationId="{B32A6386-319F-3A2F-8AF9-C8E1B923455D}"/>
          </ac:spMkLst>
        </pc:spChg>
        <pc:spChg chg="add">
          <ac:chgData name="Isabel Tavares" userId="ab76ec252c957cd7" providerId="LiveId" clId="{5C09A6F6-31D8-407B-A523-F1DC1B88DA5C}" dt="2026-07-27T01:50:46.754" v="85" actId="26606"/>
          <ac:spMkLst>
            <pc:docMk/>
            <pc:sldMk cId="1900259407" sldId="256"/>
            <ac:spMk id="35" creationId="{657F69E0-C4B0-4BEC-A689-4F8D877F05D4}"/>
          </ac:spMkLst>
        </pc:spChg>
        <pc:spChg chg="add">
          <ac:chgData name="Isabel Tavares" userId="ab76ec252c957cd7" providerId="LiveId" clId="{5C09A6F6-31D8-407B-A523-F1DC1B88DA5C}" dt="2026-07-27T01:50:46.754" v="85" actId="26606"/>
          <ac:spMkLst>
            <pc:docMk/>
            <pc:sldMk cId="1900259407" sldId="256"/>
            <ac:spMk id="37" creationId="{9F6380B4-6A1C-481E-8408-B4E6C75B9B81}"/>
          </ac:spMkLst>
        </pc:spChg>
        <pc:picChg chg="mod">
          <ac:chgData name="Isabel Tavares" userId="ab76ec252c957cd7" providerId="LiveId" clId="{5C09A6F6-31D8-407B-A523-F1DC1B88DA5C}" dt="2026-07-27T01:50:46.754" v="85" actId="26606"/>
          <ac:picMkLst>
            <pc:docMk/>
            <pc:sldMk cId="1900259407" sldId="256"/>
            <ac:picMk id="24" creationId="{959288DB-481A-5EB8-7E46-04A778B801E8}"/>
          </ac:picMkLst>
        </pc:picChg>
      </pc:sldChg>
      <pc:sldChg chg="addSp delSp modSp mod setBg">
        <pc:chgData name="Isabel Tavares" userId="ab76ec252c957cd7" providerId="LiveId" clId="{5C09A6F6-31D8-407B-A523-F1DC1B88DA5C}" dt="2026-08-04T03:08:47.276" v="402" actId="113"/>
        <pc:sldMkLst>
          <pc:docMk/>
          <pc:sldMk cId="753547960" sldId="257"/>
        </pc:sldMkLst>
        <pc:spChg chg="add mod">
          <ac:chgData name="Isabel Tavares" userId="ab76ec252c957cd7" providerId="LiveId" clId="{5C09A6F6-31D8-407B-A523-F1DC1B88DA5C}" dt="2026-08-04T03:08:47.276" v="402" actId="113"/>
          <ac:spMkLst>
            <pc:docMk/>
            <pc:sldMk cId="753547960" sldId="257"/>
            <ac:spMk id="2" creationId="{3EBBC156-A653-E680-EDBD-8AB96B6C76E8}"/>
          </ac:spMkLst>
        </pc:spChg>
        <pc:spChg chg="del">
          <ac:chgData name="Isabel Tavares" userId="ab76ec252c957cd7" providerId="LiveId" clId="{5C09A6F6-31D8-407B-A523-F1DC1B88DA5C}" dt="2026-08-04T02:18:37.059" v="167" actId="26606"/>
          <ac:spMkLst>
            <pc:docMk/>
            <pc:sldMk cId="753547960" sldId="257"/>
            <ac:spMk id="3" creationId="{AE5B1225-A530-E06E-1ED0-B271CDDA8B30}"/>
          </ac:spMkLst>
        </pc:spChg>
        <pc:spChg chg="add mod">
          <ac:chgData name="Isabel Tavares" userId="ab76ec252c957cd7" providerId="LiveId" clId="{5C09A6F6-31D8-407B-A523-F1DC1B88DA5C}" dt="2026-08-04T03:08:30.003" v="400" actId="12"/>
          <ac:spMkLst>
            <pc:docMk/>
            <pc:sldMk cId="753547960" sldId="257"/>
            <ac:spMk id="5" creationId="{23A7F5DF-74E4-4EB5-9239-EDDD121A6284}"/>
          </ac:spMkLst>
        </pc:spChg>
        <pc:spChg chg="del mod replId">
          <ac:chgData name="Isabel Tavares" userId="ab76ec252c957cd7" providerId="LiveId" clId="{5C09A6F6-31D8-407B-A523-F1DC1B88DA5C}" dt="2026-08-04T02:18:37.059" v="167" actId="26606"/>
          <ac:spMkLst>
            <pc:docMk/>
            <pc:sldMk cId="753547960" sldId="257"/>
            <ac:spMk id="6" creationId="{3C407D7A-8B9F-B5CD-F39F-3A936462AEB3}"/>
          </ac:spMkLst>
        </pc:spChg>
        <pc:spChg chg="add">
          <ac:chgData name="Isabel Tavares" userId="ab76ec252c957cd7" providerId="LiveId" clId="{5C09A6F6-31D8-407B-A523-F1DC1B88DA5C}" dt="2026-08-04T02:18:37.059" v="167" actId="26606"/>
          <ac:spMkLst>
            <pc:docMk/>
            <pc:sldMk cId="753547960" sldId="257"/>
            <ac:spMk id="10" creationId="{5E8D3B17-7638-DFD3-18E4-8A6D611749CF}"/>
          </ac:spMkLst>
        </pc:spChg>
        <pc:picChg chg="add">
          <ac:chgData name="Isabel Tavares" userId="ab76ec252c957cd7" providerId="LiveId" clId="{5C09A6F6-31D8-407B-A523-F1DC1B88DA5C}" dt="2026-08-04T02:18:37.059" v="167" actId="26606"/>
          <ac:picMkLst>
            <pc:docMk/>
            <pc:sldMk cId="753547960" sldId="257"/>
            <ac:picMk id="4" creationId="{9818D282-91A7-4214-AB9C-9A47AB2687B6}"/>
          </ac:picMkLst>
        </pc:picChg>
      </pc:sldChg>
      <pc:sldChg chg="addSp delSp modSp mod setBg setClrOvrMap">
        <pc:chgData name="Isabel Tavares" userId="ab76ec252c957cd7" providerId="LiveId" clId="{5C09A6F6-31D8-407B-A523-F1DC1B88DA5C}" dt="2026-08-04T02:25:08.928" v="208" actId="27614"/>
        <pc:sldMkLst>
          <pc:docMk/>
          <pc:sldMk cId="1052232993" sldId="258"/>
        </pc:sldMkLst>
        <pc:spChg chg="del mod">
          <ac:chgData name="Isabel Tavares" userId="ab76ec252c957cd7" providerId="LiveId" clId="{5C09A6F6-31D8-407B-A523-F1DC1B88DA5C}" dt="2026-08-04T02:22:31.490" v="199" actId="26606"/>
          <ac:spMkLst>
            <pc:docMk/>
            <pc:sldMk cId="1052232993" sldId="258"/>
            <ac:spMk id="2" creationId="{7C19C1A1-75F1-6F7A-F27B-409C5340B1C5}"/>
          </ac:spMkLst>
        </pc:spChg>
        <pc:spChg chg="add del mod">
          <ac:chgData name="Isabel Tavares" userId="ab76ec252c957cd7" providerId="LiveId" clId="{5C09A6F6-31D8-407B-A523-F1DC1B88DA5C}" dt="2026-08-04T02:24:31.438" v="203" actId="478"/>
          <ac:spMkLst>
            <pc:docMk/>
            <pc:sldMk cId="1052232993" sldId="258"/>
            <ac:spMk id="3" creationId="{9CBE77EC-3B03-0D05-741B-AFB8D3BDA200}"/>
          </ac:spMkLst>
        </pc:spChg>
        <pc:spChg chg="del mod replId">
          <ac:chgData name="Isabel Tavares" userId="ab76ec252c957cd7" providerId="LiveId" clId="{5C09A6F6-31D8-407B-A523-F1DC1B88DA5C}" dt="2026-08-04T02:22:31.490" v="199" actId="26606"/>
          <ac:spMkLst>
            <pc:docMk/>
            <pc:sldMk cId="1052232993" sldId="258"/>
            <ac:spMk id="5" creationId="{86E68260-672E-414E-742B-C0F5C8425D98}"/>
          </ac:spMkLst>
        </pc:spChg>
        <pc:spChg chg="add del mod">
          <ac:chgData name="Isabel Tavares" userId="ab76ec252c957cd7" providerId="LiveId" clId="{5C09A6F6-31D8-407B-A523-F1DC1B88DA5C}" dt="2026-08-04T02:24:45.114" v="205" actId="478"/>
          <ac:spMkLst>
            <pc:docMk/>
            <pc:sldMk cId="1052232993" sldId="258"/>
            <ac:spMk id="6" creationId="{38785DA0-3B4F-3B29-E9CE-E038B6351262}"/>
          </ac:spMkLst>
        </pc:spChg>
        <pc:spChg chg="add">
          <ac:chgData name="Isabel Tavares" userId="ab76ec252c957cd7" providerId="LiveId" clId="{5C09A6F6-31D8-407B-A523-F1DC1B88DA5C}" dt="2026-08-04T02:22:31.490" v="199" actId="26606"/>
          <ac:spMkLst>
            <pc:docMk/>
            <pc:sldMk cId="1052232993" sldId="258"/>
            <ac:spMk id="8" creationId="{393E1E4F-0075-332F-6A44-5B781F4CA035}"/>
          </ac:spMkLst>
        </pc:spChg>
        <pc:picChg chg="add mod">
          <ac:chgData name="Isabel Tavares" userId="ab76ec252c957cd7" providerId="LiveId" clId="{5C09A6F6-31D8-407B-A523-F1DC1B88DA5C}" dt="2026-08-04T02:25:08.928" v="208" actId="27614"/>
          <ac:picMkLst>
            <pc:docMk/>
            <pc:sldMk cId="1052232993" sldId="258"/>
            <ac:picMk id="9" creationId="{6D578774-CA2D-C8C5-56D6-B5E714D341D9}"/>
          </ac:picMkLst>
        </pc:picChg>
      </pc:sldChg>
      <pc:sldChg chg="addSp delSp modSp new mod modNotesTx">
        <pc:chgData name="Isabel Tavares" userId="ab76ec252c957cd7" providerId="LiveId" clId="{5C09A6F6-31D8-407B-A523-F1DC1B88DA5C}" dt="2026-08-04T02:40:23.666" v="267" actId="14100"/>
        <pc:sldMkLst>
          <pc:docMk/>
          <pc:sldMk cId="3378268412" sldId="259"/>
        </pc:sldMkLst>
        <pc:spChg chg="del mod">
          <ac:chgData name="Isabel Tavares" userId="ab76ec252c957cd7" providerId="LiveId" clId="{5C09A6F6-31D8-407B-A523-F1DC1B88DA5C}" dt="2026-08-04T02:38:58.829" v="252" actId="478"/>
          <ac:spMkLst>
            <pc:docMk/>
            <pc:sldMk cId="3378268412" sldId="259"/>
            <ac:spMk id="2" creationId="{12C677C2-08B3-6F5D-3574-A54D18FBA071}"/>
          </ac:spMkLst>
        </pc:spChg>
        <pc:spChg chg="del mod">
          <ac:chgData name="Isabel Tavares" userId="ab76ec252c957cd7" providerId="LiveId" clId="{5C09A6F6-31D8-407B-A523-F1DC1B88DA5C}" dt="2026-08-04T02:39:46.074" v="256"/>
          <ac:spMkLst>
            <pc:docMk/>
            <pc:sldMk cId="3378268412" sldId="259"/>
            <ac:spMk id="3" creationId="{4FC7EF74-8BEF-63E1-929F-67F2FD86BA1C}"/>
          </ac:spMkLst>
        </pc:spChg>
        <pc:spChg chg="add del mod">
          <ac:chgData name="Isabel Tavares" userId="ab76ec252c957cd7" providerId="LiveId" clId="{5C09A6F6-31D8-407B-A523-F1DC1B88DA5C}" dt="2026-08-04T02:39:51.441" v="257" actId="478"/>
          <ac:spMkLst>
            <pc:docMk/>
            <pc:sldMk cId="3378268412" sldId="259"/>
            <ac:spMk id="5" creationId="{696EF783-0391-5127-73E3-75383A998F6B}"/>
          </ac:spMkLst>
        </pc:spChg>
        <pc:picChg chg="add mod ord">
          <ac:chgData name="Isabel Tavares" userId="ab76ec252c957cd7" providerId="LiveId" clId="{5C09A6F6-31D8-407B-A523-F1DC1B88DA5C}" dt="2026-08-04T02:40:23.666" v="267" actId="14100"/>
          <ac:picMkLst>
            <pc:docMk/>
            <pc:sldMk cId="3378268412" sldId="259"/>
            <ac:picMk id="7" creationId="{3DC5616D-A5DF-C1AD-CD20-C48191636090}"/>
          </ac:picMkLst>
        </pc:picChg>
      </pc:sldChg>
      <pc:sldChg chg="addSp modSp new mod ord setBg">
        <pc:chgData name="Isabel Tavares" userId="ab76ec252c957cd7" providerId="LiveId" clId="{5C09A6F6-31D8-407B-A523-F1DC1B88DA5C}" dt="2026-08-04T03:08:41.899" v="401" actId="113"/>
        <pc:sldMkLst>
          <pc:docMk/>
          <pc:sldMk cId="3113461547" sldId="260"/>
        </pc:sldMkLst>
        <pc:spChg chg="mod">
          <ac:chgData name="Isabel Tavares" userId="ab76ec252c957cd7" providerId="LiveId" clId="{5C09A6F6-31D8-407B-A523-F1DC1B88DA5C}" dt="2026-08-04T03:08:41.899" v="401" actId="113"/>
          <ac:spMkLst>
            <pc:docMk/>
            <pc:sldMk cId="3113461547" sldId="260"/>
            <ac:spMk id="2" creationId="{A978DF27-EC0D-5255-4157-578DBCB00C60}"/>
          </ac:spMkLst>
        </pc:spChg>
        <pc:spChg chg="mod">
          <ac:chgData name="Isabel Tavares" userId="ab76ec252c957cd7" providerId="LiveId" clId="{5C09A6F6-31D8-407B-A523-F1DC1B88DA5C}" dt="2026-08-04T03:06:18.963" v="373" actId="5793"/>
          <ac:spMkLst>
            <pc:docMk/>
            <pc:sldMk cId="3113461547" sldId="260"/>
            <ac:spMk id="3" creationId="{0AF60575-BA7B-1249-B082-F3BB6C4B6386}"/>
          </ac:spMkLst>
        </pc:spChg>
        <pc:spChg chg="add">
          <ac:chgData name="Isabel Tavares" userId="ab76ec252c957cd7" providerId="LiveId" clId="{5C09A6F6-31D8-407B-A523-F1DC1B88DA5C}" dt="2026-08-04T02:15:50.224" v="130" actId="26606"/>
          <ac:spMkLst>
            <pc:docMk/>
            <pc:sldMk cId="3113461547" sldId="260"/>
            <ac:spMk id="12" creationId="{DF8BC164-E230-753F-2C7E-B4EE7BA77CF1}"/>
          </ac:spMkLst>
        </pc:spChg>
        <pc:picChg chg="add">
          <ac:chgData name="Isabel Tavares" userId="ab76ec252c957cd7" providerId="LiveId" clId="{5C09A6F6-31D8-407B-A523-F1DC1B88DA5C}" dt="2026-08-04T02:15:50.224" v="130" actId="26606"/>
          <ac:picMkLst>
            <pc:docMk/>
            <pc:sldMk cId="3113461547" sldId="260"/>
            <ac:picMk id="7" creationId="{ED45B580-2123-46B8-F1E4-70BCFFFEEB19}"/>
          </ac:picMkLst>
        </pc:picChg>
        <pc:cxnChg chg="add">
          <ac:chgData name="Isabel Tavares" userId="ab76ec252c957cd7" providerId="LiveId" clId="{5C09A6F6-31D8-407B-A523-F1DC1B88DA5C}" dt="2026-08-04T02:15:50.224" v="130" actId="26606"/>
          <ac:cxnSpMkLst>
            <pc:docMk/>
            <pc:sldMk cId="3113461547" sldId="260"/>
            <ac:cxnSpMk id="10" creationId="{FC23E3B9-5ABF-58B3-E2B0-E9A5DAA90037}"/>
          </ac:cxnSpMkLst>
        </pc:cxnChg>
      </pc:sldChg>
      <pc:sldChg chg="addSp delSp modSp new mod modNotesTx">
        <pc:chgData name="Isabel Tavares" userId="ab76ec252c957cd7" providerId="LiveId" clId="{5C09A6F6-31D8-407B-A523-F1DC1B88DA5C}" dt="2026-08-04T02:46:57.989" v="284" actId="20577"/>
        <pc:sldMkLst>
          <pc:docMk/>
          <pc:sldMk cId="2653760130" sldId="261"/>
        </pc:sldMkLst>
        <pc:spChg chg="del mod">
          <ac:chgData name="Isabel Tavares" userId="ab76ec252c957cd7" providerId="LiveId" clId="{5C09A6F6-31D8-407B-A523-F1DC1B88DA5C}" dt="2026-08-04T02:41:03.874" v="268" actId="478"/>
          <ac:spMkLst>
            <pc:docMk/>
            <pc:sldMk cId="2653760130" sldId="261"/>
            <ac:spMk id="2" creationId="{4D68EF23-7DC2-9A83-ECDF-542EC67D3143}"/>
          </ac:spMkLst>
        </pc:spChg>
        <pc:spChg chg="del">
          <ac:chgData name="Isabel Tavares" userId="ab76ec252c957cd7" providerId="LiveId" clId="{5C09A6F6-31D8-407B-A523-F1DC1B88DA5C}" dt="2026-08-04T02:41:07.564" v="270" actId="478"/>
          <ac:spMkLst>
            <pc:docMk/>
            <pc:sldMk cId="2653760130" sldId="261"/>
            <ac:spMk id="3" creationId="{6CE386EC-9153-BA38-34B4-335BBEC1CC32}"/>
          </ac:spMkLst>
        </pc:spChg>
        <pc:spChg chg="add del mod">
          <ac:chgData name="Isabel Tavares" userId="ab76ec252c957cd7" providerId="LiveId" clId="{5C09A6F6-31D8-407B-A523-F1DC1B88DA5C}" dt="2026-08-04T02:41:05.416" v="269" actId="478"/>
          <ac:spMkLst>
            <pc:docMk/>
            <pc:sldMk cId="2653760130" sldId="261"/>
            <ac:spMk id="5" creationId="{5EC2EEBA-E6B5-90C4-DE55-1897498D82C0}"/>
          </ac:spMkLst>
        </pc:spChg>
        <pc:picChg chg="add mod">
          <ac:chgData name="Isabel Tavares" userId="ab76ec252c957cd7" providerId="LiveId" clId="{5C09A6F6-31D8-407B-A523-F1DC1B88DA5C}" dt="2026-08-04T02:46:06.337" v="278" actId="14100"/>
          <ac:picMkLst>
            <pc:docMk/>
            <pc:sldMk cId="2653760130" sldId="261"/>
            <ac:picMk id="7" creationId="{AD9F6C37-A0B0-72AB-EF12-5CFFC1309EC1}"/>
          </ac:picMkLst>
        </pc:picChg>
      </pc:sldChg>
      <pc:sldChg chg="addSp delSp modSp new mod modNotesTx">
        <pc:chgData name="Isabel Tavares" userId="ab76ec252c957cd7" providerId="LiveId" clId="{5C09A6F6-31D8-407B-A523-F1DC1B88DA5C}" dt="2026-08-04T02:47:11.079" v="285" actId="20577"/>
        <pc:sldMkLst>
          <pc:docMk/>
          <pc:sldMk cId="2360380621" sldId="262"/>
        </pc:sldMkLst>
        <pc:spChg chg="del mod">
          <ac:chgData name="Isabel Tavares" userId="ab76ec252c957cd7" providerId="LiveId" clId="{5C09A6F6-31D8-407B-A523-F1DC1B88DA5C}" dt="2026-08-04T02:41:10.604" v="271" actId="478"/>
          <ac:spMkLst>
            <pc:docMk/>
            <pc:sldMk cId="2360380621" sldId="262"/>
            <ac:spMk id="2" creationId="{6A0E364A-A013-E984-E6FB-7B2BAC407539}"/>
          </ac:spMkLst>
        </pc:spChg>
        <pc:spChg chg="del">
          <ac:chgData name="Isabel Tavares" userId="ab76ec252c957cd7" providerId="LiveId" clId="{5C09A6F6-31D8-407B-A523-F1DC1B88DA5C}" dt="2026-08-04T02:41:13.615" v="273" actId="478"/>
          <ac:spMkLst>
            <pc:docMk/>
            <pc:sldMk cId="2360380621" sldId="262"/>
            <ac:spMk id="3" creationId="{669C3064-6C29-DE74-39B5-023FFA948025}"/>
          </ac:spMkLst>
        </pc:spChg>
        <pc:spChg chg="add del mod">
          <ac:chgData name="Isabel Tavares" userId="ab76ec252c957cd7" providerId="LiveId" clId="{5C09A6F6-31D8-407B-A523-F1DC1B88DA5C}" dt="2026-08-04T02:41:12.093" v="272" actId="478"/>
          <ac:spMkLst>
            <pc:docMk/>
            <pc:sldMk cId="2360380621" sldId="262"/>
            <ac:spMk id="5" creationId="{014902B3-7AE5-9C7B-1912-80F692954F9A}"/>
          </ac:spMkLst>
        </pc:spChg>
        <pc:picChg chg="add mod">
          <ac:chgData name="Isabel Tavares" userId="ab76ec252c957cd7" providerId="LiveId" clId="{5C09A6F6-31D8-407B-A523-F1DC1B88DA5C}" dt="2026-08-04T02:46:21.058" v="282" actId="14100"/>
          <ac:picMkLst>
            <pc:docMk/>
            <pc:sldMk cId="2360380621" sldId="262"/>
            <ac:picMk id="7" creationId="{ACC3B181-BC72-BA3A-414D-EE7A72BE0AF5}"/>
          </ac:picMkLst>
        </pc:picChg>
      </pc:sldChg>
      <pc:sldChg chg="addSp modSp new mod setBg">
        <pc:chgData name="Isabel Tavares" userId="ab76ec252c957cd7" providerId="LiveId" clId="{5C09A6F6-31D8-407B-A523-F1DC1B88DA5C}" dt="2026-08-04T02:50:37.291" v="300" actId="120"/>
        <pc:sldMkLst>
          <pc:docMk/>
          <pc:sldMk cId="1472263496" sldId="263"/>
        </pc:sldMkLst>
        <pc:spChg chg="mod">
          <ac:chgData name="Isabel Tavares" userId="ab76ec252c957cd7" providerId="LiveId" clId="{5C09A6F6-31D8-407B-A523-F1DC1B88DA5C}" dt="2026-08-04T02:50:37.291" v="300" actId="120"/>
          <ac:spMkLst>
            <pc:docMk/>
            <pc:sldMk cId="1472263496" sldId="263"/>
            <ac:spMk id="2" creationId="{1AC5EE16-83AF-1C1F-410D-E1BC9600540C}"/>
          </ac:spMkLst>
        </pc:spChg>
        <pc:spChg chg="mod">
          <ac:chgData name="Isabel Tavares" userId="ab76ec252c957cd7" providerId="LiveId" clId="{5C09A6F6-31D8-407B-A523-F1DC1B88DA5C}" dt="2026-08-04T02:50:30.034" v="299" actId="255"/>
          <ac:spMkLst>
            <pc:docMk/>
            <pc:sldMk cId="1472263496" sldId="263"/>
            <ac:spMk id="3" creationId="{17F211A6-F3B8-8292-ED77-818EB5DC4F7A}"/>
          </ac:spMkLst>
        </pc:spChg>
        <pc:spChg chg="add">
          <ac:chgData name="Isabel Tavares" userId="ab76ec252c957cd7" providerId="LiveId" clId="{5C09A6F6-31D8-407B-A523-F1DC1B88DA5C}" dt="2026-08-04T02:49:42.938" v="290" actId="26606"/>
          <ac:spMkLst>
            <pc:docMk/>
            <pc:sldMk cId="1472263496" sldId="263"/>
            <ac:spMk id="9" creationId="{362810D9-2C5A-477D-949C-C191895477F3}"/>
          </ac:spMkLst>
        </pc:spChg>
        <pc:spChg chg="add">
          <ac:chgData name="Isabel Tavares" userId="ab76ec252c957cd7" providerId="LiveId" clId="{5C09A6F6-31D8-407B-A523-F1DC1B88DA5C}" dt="2026-08-04T02:49:42.938" v="290" actId="26606"/>
          <ac:spMkLst>
            <pc:docMk/>
            <pc:sldMk cId="1472263496" sldId="263"/>
            <ac:spMk id="11" creationId="{081E4A58-353D-44AE-B2FC-2A74E2E400F7}"/>
          </ac:spMkLst>
        </pc:spChg>
        <pc:picChg chg="add">
          <ac:chgData name="Isabel Tavares" userId="ab76ec252c957cd7" providerId="LiveId" clId="{5C09A6F6-31D8-407B-A523-F1DC1B88DA5C}" dt="2026-08-04T02:49:42.938" v="290" actId="26606"/>
          <ac:picMkLst>
            <pc:docMk/>
            <pc:sldMk cId="1472263496" sldId="263"/>
            <ac:picMk id="5" creationId="{0BE2DE5F-AD29-227F-B575-BB9BD0B7D257}"/>
          </ac:picMkLst>
        </pc:picChg>
      </pc:sldChg>
      <pc:sldChg chg="addSp delSp modSp add mod setClrOvrMap modNotesTx">
        <pc:chgData name="Isabel Tavares" userId="ab76ec252c957cd7" providerId="LiveId" clId="{5C09A6F6-31D8-407B-A523-F1DC1B88DA5C}" dt="2026-08-04T02:38:00.876" v="251" actId="20577"/>
        <pc:sldMkLst>
          <pc:docMk/>
          <pc:sldMk cId="1837626473" sldId="264"/>
        </pc:sldMkLst>
        <pc:spChg chg="add del mod">
          <ac:chgData name="Isabel Tavares" userId="ab76ec252c957cd7" providerId="LiveId" clId="{5C09A6F6-31D8-407B-A523-F1DC1B88DA5C}" dt="2026-08-04T02:36:31.070" v="229" actId="478"/>
          <ac:spMkLst>
            <pc:docMk/>
            <pc:sldMk cId="1837626473" sldId="264"/>
            <ac:spMk id="5" creationId="{AAFC2237-CD6E-1D4E-8554-D9715E0F853A}"/>
          </ac:spMkLst>
        </pc:spChg>
        <pc:spChg chg="del mod ord">
          <ac:chgData name="Isabel Tavares" userId="ab76ec252c957cd7" providerId="LiveId" clId="{5C09A6F6-31D8-407B-A523-F1DC1B88DA5C}" dt="2026-08-04T02:36:17.194" v="227" actId="478"/>
          <ac:spMkLst>
            <pc:docMk/>
            <pc:sldMk cId="1837626473" sldId="264"/>
            <ac:spMk id="6" creationId="{48F01B1D-E097-4DCF-A9A7-A4E461A8D50E}"/>
          </ac:spMkLst>
        </pc:spChg>
        <pc:spChg chg="del">
          <ac:chgData name="Isabel Tavares" userId="ab76ec252c957cd7" providerId="LiveId" clId="{5C09A6F6-31D8-407B-A523-F1DC1B88DA5C}" dt="2026-08-04T02:35:13.647" v="219" actId="26606"/>
          <ac:spMkLst>
            <pc:docMk/>
            <pc:sldMk cId="1837626473" sldId="264"/>
            <ac:spMk id="8" creationId="{DD841B81-5CC8-5619-A3B0-8AF559D81850}"/>
          </ac:spMkLst>
        </pc:spChg>
        <pc:spChg chg="add del">
          <ac:chgData name="Isabel Tavares" userId="ab76ec252c957cd7" providerId="LiveId" clId="{5C09A6F6-31D8-407B-A523-F1DC1B88DA5C}" dt="2026-08-04T02:36:44.495" v="235" actId="26606"/>
          <ac:spMkLst>
            <pc:docMk/>
            <pc:sldMk cId="1837626473" sldId="264"/>
            <ac:spMk id="13" creationId="{2EB492CD-616E-47F8-933B-5E2D952A0593}"/>
          </ac:spMkLst>
        </pc:spChg>
        <pc:spChg chg="add del">
          <ac:chgData name="Isabel Tavares" userId="ab76ec252c957cd7" providerId="LiveId" clId="{5C09A6F6-31D8-407B-A523-F1DC1B88DA5C}" dt="2026-08-04T02:36:44.495" v="235" actId="26606"/>
          <ac:spMkLst>
            <pc:docMk/>
            <pc:sldMk cId="1837626473" sldId="264"/>
            <ac:spMk id="15" creationId="{59383CF9-23B5-4335-9B21-1791C4CF1C75}"/>
          </ac:spMkLst>
        </pc:spChg>
        <pc:spChg chg="add del">
          <ac:chgData name="Isabel Tavares" userId="ab76ec252c957cd7" providerId="LiveId" clId="{5C09A6F6-31D8-407B-A523-F1DC1B88DA5C}" dt="2026-08-04T02:36:44.495" v="235" actId="26606"/>
          <ac:spMkLst>
            <pc:docMk/>
            <pc:sldMk cId="1837626473" sldId="264"/>
            <ac:spMk id="17" creationId="{0007FE00-9498-4706-B255-6437B0252C02}"/>
          </ac:spMkLst>
        </pc:spChg>
        <pc:picChg chg="add del mod">
          <ac:chgData name="Isabel Tavares" userId="ab76ec252c957cd7" providerId="LiveId" clId="{5C09A6F6-31D8-407B-A523-F1DC1B88DA5C}" dt="2026-08-04T02:36:20.055" v="228" actId="478"/>
          <ac:picMkLst>
            <pc:docMk/>
            <pc:sldMk cId="1837626473" sldId="264"/>
            <ac:picMk id="3" creationId="{4340A76C-8582-CA16-49A6-248ADC2E95DC}"/>
          </ac:picMkLst>
        </pc:picChg>
        <pc:picChg chg="add del mod">
          <ac:chgData name="Isabel Tavares" userId="ab76ec252c957cd7" providerId="LiveId" clId="{5C09A6F6-31D8-407B-A523-F1DC1B88DA5C}" dt="2026-08-04T02:36:54.501" v="238" actId="478"/>
          <ac:picMkLst>
            <pc:docMk/>
            <pc:sldMk cId="1837626473" sldId="264"/>
            <ac:picMk id="9" creationId="{D3F3C3DD-D48E-4C1D-D335-FF65A0DBC4C9}"/>
          </ac:picMkLst>
        </pc:picChg>
        <pc:picChg chg="add del mod">
          <ac:chgData name="Isabel Tavares" userId="ab76ec252c957cd7" providerId="LiveId" clId="{5C09A6F6-31D8-407B-A523-F1DC1B88DA5C}" dt="2026-08-04T02:37:02.216" v="241" actId="478"/>
          <ac:picMkLst>
            <pc:docMk/>
            <pc:sldMk cId="1837626473" sldId="264"/>
            <ac:picMk id="11" creationId="{30527120-7B94-85A3-11F6-612BE34F6EE2}"/>
          </ac:picMkLst>
        </pc:picChg>
        <pc:picChg chg="add mod">
          <ac:chgData name="Isabel Tavares" userId="ab76ec252c957cd7" providerId="LiveId" clId="{5C09A6F6-31D8-407B-A523-F1DC1B88DA5C}" dt="2026-08-04T02:37:25.099" v="250" actId="14100"/>
          <ac:picMkLst>
            <pc:docMk/>
            <pc:sldMk cId="1837626473" sldId="264"/>
            <ac:picMk id="14" creationId="{717146E8-9C8D-BB2B-89C9-E728E3C3467F}"/>
          </ac:picMkLst>
        </pc:picChg>
      </pc:sldChg>
      <pc:sldChg chg="addSp delSp modSp new mod setBg setClrOvrMap">
        <pc:chgData name="Isabel Tavares" userId="ab76ec252c957cd7" providerId="LiveId" clId="{5C09A6F6-31D8-407B-A523-F1DC1B88DA5C}" dt="2026-08-04T02:56:14.269" v="326" actId="113"/>
        <pc:sldMkLst>
          <pc:docMk/>
          <pc:sldMk cId="3979845240" sldId="265"/>
        </pc:sldMkLst>
        <pc:spChg chg="mod">
          <ac:chgData name="Isabel Tavares" userId="ab76ec252c957cd7" providerId="LiveId" clId="{5C09A6F6-31D8-407B-A523-F1DC1B88DA5C}" dt="2026-08-04T02:56:14.269" v="326" actId="113"/>
          <ac:spMkLst>
            <pc:docMk/>
            <pc:sldMk cId="3979845240" sldId="265"/>
            <ac:spMk id="2" creationId="{23289993-91D2-D31C-B2A9-ABC9983AD91F}"/>
          </ac:spMkLst>
        </pc:spChg>
        <pc:spChg chg="add del mod">
          <ac:chgData name="Isabel Tavares" userId="ab76ec252c957cd7" providerId="LiveId" clId="{5C09A6F6-31D8-407B-A523-F1DC1B88DA5C}" dt="2026-08-04T02:54:18.289" v="322" actId="26606"/>
          <ac:spMkLst>
            <pc:docMk/>
            <pc:sldMk cId="3979845240" sldId="265"/>
            <ac:spMk id="3" creationId="{79EB0FB9-A3B2-836F-AD0A-4630D9495272}"/>
          </ac:spMkLst>
        </pc:spChg>
        <pc:spChg chg="add del">
          <ac:chgData name="Isabel Tavares" userId="ab76ec252c957cd7" providerId="LiveId" clId="{5C09A6F6-31D8-407B-A523-F1DC1B88DA5C}" dt="2026-08-04T02:53:29.698" v="317" actId="26606"/>
          <ac:spMkLst>
            <pc:docMk/>
            <pc:sldMk cId="3979845240" sldId="265"/>
            <ac:spMk id="7" creationId="{13A7DAFA-DE8C-4D27-9E86-64AE6EABC2E7}"/>
          </ac:spMkLst>
        </pc:spChg>
        <pc:spChg chg="add del">
          <ac:chgData name="Isabel Tavares" userId="ab76ec252c957cd7" providerId="LiveId" clId="{5C09A6F6-31D8-407B-A523-F1DC1B88DA5C}" dt="2026-08-04T02:53:29.698" v="317" actId="26606"/>
          <ac:spMkLst>
            <pc:docMk/>
            <pc:sldMk cId="3979845240" sldId="265"/>
            <ac:spMk id="8" creationId="{567473F5-B70D-4B5E-8CD5-56A579FDAEF1}"/>
          </ac:spMkLst>
        </pc:spChg>
        <pc:spChg chg="add del">
          <ac:chgData name="Isabel Tavares" userId="ab76ec252c957cd7" providerId="LiveId" clId="{5C09A6F6-31D8-407B-A523-F1DC1B88DA5C}" dt="2026-08-04T02:52:48.153" v="309" actId="26606"/>
          <ac:spMkLst>
            <pc:docMk/>
            <pc:sldMk cId="3979845240" sldId="265"/>
            <ac:spMk id="9" creationId="{BACC6370-2D7E-4714-9D71-7542949D7D5D}"/>
          </ac:spMkLst>
        </pc:spChg>
        <pc:spChg chg="add del">
          <ac:chgData name="Isabel Tavares" userId="ab76ec252c957cd7" providerId="LiveId" clId="{5C09A6F6-31D8-407B-A523-F1DC1B88DA5C}" dt="2026-08-04T02:53:09.821" v="313" actId="26606"/>
          <ac:spMkLst>
            <pc:docMk/>
            <pc:sldMk cId="3979845240" sldId="265"/>
            <ac:spMk id="10" creationId="{B50AB553-2A96-4A92-96F2-93548E096954}"/>
          </ac:spMkLst>
        </pc:spChg>
        <pc:spChg chg="add del">
          <ac:chgData name="Isabel Tavares" userId="ab76ec252c957cd7" providerId="LiveId" clId="{5C09A6F6-31D8-407B-A523-F1DC1B88DA5C}" dt="2026-08-04T02:52:48.153" v="309" actId="26606"/>
          <ac:spMkLst>
            <pc:docMk/>
            <pc:sldMk cId="3979845240" sldId="265"/>
            <ac:spMk id="11" creationId="{F68B3F68-107C-434F-AA38-110D5EA91B85}"/>
          </ac:spMkLst>
        </pc:spChg>
        <pc:spChg chg="add del">
          <ac:chgData name="Isabel Tavares" userId="ab76ec252c957cd7" providerId="LiveId" clId="{5C09A6F6-31D8-407B-A523-F1DC1B88DA5C}" dt="2026-08-04T02:52:48.153" v="309" actId="26606"/>
          <ac:spMkLst>
            <pc:docMk/>
            <pc:sldMk cId="3979845240" sldId="265"/>
            <ac:spMk id="13" creationId="{AAD0DBB9-1A4B-4391-81D4-CB19F9AB918A}"/>
          </ac:spMkLst>
        </pc:spChg>
        <pc:spChg chg="add del">
          <ac:chgData name="Isabel Tavares" userId="ab76ec252c957cd7" providerId="LiveId" clId="{5C09A6F6-31D8-407B-A523-F1DC1B88DA5C}" dt="2026-08-04T02:52:48.153" v="309" actId="26606"/>
          <ac:spMkLst>
            <pc:docMk/>
            <pc:sldMk cId="3979845240" sldId="265"/>
            <ac:spMk id="15" creationId="{063BBA22-50EA-4C4D-BE05-F1CE4E63AA56}"/>
          </ac:spMkLst>
        </pc:spChg>
        <pc:spChg chg="add del">
          <ac:chgData name="Isabel Tavares" userId="ab76ec252c957cd7" providerId="LiveId" clId="{5C09A6F6-31D8-407B-A523-F1DC1B88DA5C}" dt="2026-08-04T02:53:00.952" v="311" actId="26606"/>
          <ac:spMkLst>
            <pc:docMk/>
            <pc:sldMk cId="3979845240" sldId="265"/>
            <ac:spMk id="17" creationId="{AE2B703B-46F9-481A-A605-82E2A828C4FA}"/>
          </ac:spMkLst>
        </pc:spChg>
        <pc:spChg chg="add del">
          <ac:chgData name="Isabel Tavares" userId="ab76ec252c957cd7" providerId="LiveId" clId="{5C09A6F6-31D8-407B-A523-F1DC1B88DA5C}" dt="2026-08-04T02:53:00.952" v="311" actId="26606"/>
          <ac:spMkLst>
            <pc:docMk/>
            <pc:sldMk cId="3979845240" sldId="265"/>
            <ac:spMk id="18" creationId="{F13BE4D7-0C3D-4906-B230-A1C5B4665CCF}"/>
          </ac:spMkLst>
        </pc:spChg>
        <pc:spChg chg="add del">
          <ac:chgData name="Isabel Tavares" userId="ab76ec252c957cd7" providerId="LiveId" clId="{5C09A6F6-31D8-407B-A523-F1DC1B88DA5C}" dt="2026-08-04T02:53:29.698" v="317" actId="26606"/>
          <ac:spMkLst>
            <pc:docMk/>
            <pc:sldMk cId="3979845240" sldId="265"/>
            <ac:spMk id="29" creationId="{F835453A-5A8D-49CA-BF02-6EB04EDDB1B5}"/>
          </ac:spMkLst>
        </pc:spChg>
        <pc:spChg chg="add del">
          <ac:chgData name="Isabel Tavares" userId="ab76ec252c957cd7" providerId="LiveId" clId="{5C09A6F6-31D8-407B-A523-F1DC1B88DA5C}" dt="2026-08-04T02:53:29.698" v="317" actId="26606"/>
          <ac:spMkLst>
            <pc:docMk/>
            <pc:sldMk cId="3979845240" sldId="265"/>
            <ac:spMk id="36" creationId="{1C52F6C8-2E89-4F61-92C7-299BEF89ECDD}"/>
          </ac:spMkLst>
        </pc:spChg>
        <pc:spChg chg="add del">
          <ac:chgData name="Isabel Tavares" userId="ab76ec252c957cd7" providerId="LiveId" clId="{5C09A6F6-31D8-407B-A523-F1DC1B88DA5C}" dt="2026-08-04T02:53:29.698" v="317" actId="26606"/>
          <ac:spMkLst>
            <pc:docMk/>
            <pc:sldMk cId="3979845240" sldId="265"/>
            <ac:spMk id="37" creationId="{0DEA90BA-9EFA-431D-8EEA-76D29FE052E0}"/>
          </ac:spMkLst>
        </pc:spChg>
        <pc:spChg chg="add del">
          <ac:chgData name="Isabel Tavares" userId="ab76ec252c957cd7" providerId="LiveId" clId="{5C09A6F6-31D8-407B-A523-F1DC1B88DA5C}" dt="2026-08-04T02:54:10.381" v="319" actId="26606"/>
          <ac:spMkLst>
            <pc:docMk/>
            <pc:sldMk cId="3979845240" sldId="265"/>
            <ac:spMk id="46" creationId="{B50AB553-2A96-4A92-96F2-93548E096954}"/>
          </ac:spMkLst>
        </pc:spChg>
        <pc:spChg chg="add del">
          <ac:chgData name="Isabel Tavares" userId="ab76ec252c957cd7" providerId="LiveId" clId="{5C09A6F6-31D8-407B-A523-F1DC1B88DA5C}" dt="2026-08-04T02:54:18.268" v="321" actId="26606"/>
          <ac:spMkLst>
            <pc:docMk/>
            <pc:sldMk cId="3979845240" sldId="265"/>
            <ac:spMk id="49" creationId="{BACC6370-2D7E-4714-9D71-7542949D7D5D}"/>
          </ac:spMkLst>
        </pc:spChg>
        <pc:spChg chg="add del">
          <ac:chgData name="Isabel Tavares" userId="ab76ec252c957cd7" providerId="LiveId" clId="{5C09A6F6-31D8-407B-A523-F1DC1B88DA5C}" dt="2026-08-04T02:54:18.268" v="321" actId="26606"/>
          <ac:spMkLst>
            <pc:docMk/>
            <pc:sldMk cId="3979845240" sldId="265"/>
            <ac:spMk id="50" creationId="{F68B3F68-107C-434F-AA38-110D5EA91B85}"/>
          </ac:spMkLst>
        </pc:spChg>
        <pc:spChg chg="add del">
          <ac:chgData name="Isabel Tavares" userId="ab76ec252c957cd7" providerId="LiveId" clId="{5C09A6F6-31D8-407B-A523-F1DC1B88DA5C}" dt="2026-08-04T02:54:18.268" v="321" actId="26606"/>
          <ac:spMkLst>
            <pc:docMk/>
            <pc:sldMk cId="3979845240" sldId="265"/>
            <ac:spMk id="51" creationId="{AAD0DBB9-1A4B-4391-81D4-CB19F9AB918A}"/>
          </ac:spMkLst>
        </pc:spChg>
        <pc:spChg chg="add del">
          <ac:chgData name="Isabel Tavares" userId="ab76ec252c957cd7" providerId="LiveId" clId="{5C09A6F6-31D8-407B-A523-F1DC1B88DA5C}" dt="2026-08-04T02:54:18.268" v="321" actId="26606"/>
          <ac:spMkLst>
            <pc:docMk/>
            <pc:sldMk cId="3979845240" sldId="265"/>
            <ac:spMk id="52" creationId="{063BBA22-50EA-4C4D-BE05-F1CE4E63AA56}"/>
          </ac:spMkLst>
        </pc:spChg>
        <pc:spChg chg="add del">
          <ac:chgData name="Isabel Tavares" userId="ab76ec252c957cd7" providerId="LiveId" clId="{5C09A6F6-31D8-407B-A523-F1DC1B88DA5C}" dt="2026-08-04T02:54:52.210" v="323" actId="26606"/>
          <ac:spMkLst>
            <pc:docMk/>
            <pc:sldMk cId="3979845240" sldId="265"/>
            <ac:spMk id="56" creationId="{B50AB553-2A96-4A92-96F2-93548E096954}"/>
          </ac:spMkLst>
        </pc:spChg>
        <pc:grpChg chg="add del">
          <ac:chgData name="Isabel Tavares" userId="ab76ec252c957cd7" providerId="LiveId" clId="{5C09A6F6-31D8-407B-A523-F1DC1B88DA5C}" dt="2026-08-04T02:53:29.698" v="317" actId="26606"/>
          <ac:grpSpMkLst>
            <pc:docMk/>
            <pc:sldMk cId="3979845240" sldId="265"/>
            <ac:grpSpMk id="12" creationId="{D4A2DD72-43DD-48E5-BE34-37D49AB6DE02}"/>
          </ac:grpSpMkLst>
        </pc:grpChg>
        <pc:grpChg chg="add del">
          <ac:chgData name="Isabel Tavares" userId="ab76ec252c957cd7" providerId="LiveId" clId="{5C09A6F6-31D8-407B-A523-F1DC1B88DA5C}" dt="2026-08-04T02:53:29.698" v="317" actId="26606"/>
          <ac:grpSpMkLst>
            <pc:docMk/>
            <pc:sldMk cId="3979845240" sldId="265"/>
            <ac:grpSpMk id="39" creationId="{C8ABE731-C1A2-4FD3-9E32-0655C4878A35}"/>
          </ac:grpSpMkLst>
        </pc:grpChg>
        <pc:graphicFrameChg chg="add del">
          <ac:chgData name="Isabel Tavares" userId="ab76ec252c957cd7" providerId="LiveId" clId="{5C09A6F6-31D8-407B-A523-F1DC1B88DA5C}" dt="2026-08-04T02:52:48.153" v="309" actId="26606"/>
          <ac:graphicFrameMkLst>
            <pc:docMk/>
            <pc:sldMk cId="3979845240" sldId="265"/>
            <ac:graphicFrameMk id="5" creationId="{69B5A6BE-C768-6313-15DC-34D73DCACE1D}"/>
          </ac:graphicFrameMkLst>
        </pc:graphicFrameChg>
        <pc:graphicFrameChg chg="add del">
          <ac:chgData name="Isabel Tavares" userId="ab76ec252c957cd7" providerId="LiveId" clId="{5C09A6F6-31D8-407B-A523-F1DC1B88DA5C}" dt="2026-08-04T02:53:00.952" v="311" actId="26606"/>
          <ac:graphicFrameMkLst>
            <pc:docMk/>
            <pc:sldMk cId="3979845240" sldId="265"/>
            <ac:graphicFrameMk id="19" creationId="{3A537B62-48CE-9403-5AC3-AF5639E20589}"/>
          </ac:graphicFrameMkLst>
        </pc:graphicFrameChg>
        <pc:graphicFrameChg chg="add del">
          <ac:chgData name="Isabel Tavares" userId="ab76ec252c957cd7" providerId="LiveId" clId="{5C09A6F6-31D8-407B-A523-F1DC1B88DA5C}" dt="2026-08-04T02:53:09.821" v="313" actId="26606"/>
          <ac:graphicFrameMkLst>
            <pc:docMk/>
            <pc:sldMk cId="3979845240" sldId="265"/>
            <ac:graphicFrameMk id="21" creationId="{ACF12A81-1AB7-77B4-1921-8D6FE25773A8}"/>
          </ac:graphicFrameMkLst>
        </pc:graphicFrameChg>
        <pc:graphicFrameChg chg="add del">
          <ac:chgData name="Isabel Tavares" userId="ab76ec252c957cd7" providerId="LiveId" clId="{5C09A6F6-31D8-407B-A523-F1DC1B88DA5C}" dt="2026-08-04T02:53:29.698" v="317" actId="26606"/>
          <ac:graphicFrameMkLst>
            <pc:docMk/>
            <pc:sldMk cId="3979845240" sldId="265"/>
            <ac:graphicFrameMk id="38" creationId="{271A5369-6E12-BD19-0004-5ADF5578B1C8}"/>
          </ac:graphicFrameMkLst>
        </pc:graphicFrameChg>
        <pc:graphicFrameChg chg="add del">
          <ac:chgData name="Isabel Tavares" userId="ab76ec252c957cd7" providerId="LiveId" clId="{5C09A6F6-31D8-407B-A523-F1DC1B88DA5C}" dt="2026-08-04T02:54:10.381" v="319" actId="26606"/>
          <ac:graphicFrameMkLst>
            <pc:docMk/>
            <pc:sldMk cId="3979845240" sldId="265"/>
            <ac:graphicFrameMk id="47" creationId="{C0DB2CA4-66F6-B635-177D-9D0C35D0F1D3}"/>
          </ac:graphicFrameMkLst>
        </pc:graphicFrameChg>
        <pc:graphicFrameChg chg="add del">
          <ac:chgData name="Isabel Tavares" userId="ab76ec252c957cd7" providerId="LiveId" clId="{5C09A6F6-31D8-407B-A523-F1DC1B88DA5C}" dt="2026-08-04T02:54:18.268" v="321" actId="26606"/>
          <ac:graphicFrameMkLst>
            <pc:docMk/>
            <pc:sldMk cId="3979845240" sldId="265"/>
            <ac:graphicFrameMk id="53" creationId="{F3EE72D0-80A8-96B0-F262-EFB6BE8B8C69}"/>
          </ac:graphicFrameMkLst>
        </pc:graphicFrameChg>
        <pc:graphicFrameChg chg="add mod modGraphic">
          <ac:chgData name="Isabel Tavares" userId="ab76ec252c957cd7" providerId="LiveId" clId="{5C09A6F6-31D8-407B-A523-F1DC1B88DA5C}" dt="2026-08-04T02:55:50.583" v="324" actId="26606"/>
          <ac:graphicFrameMkLst>
            <pc:docMk/>
            <pc:sldMk cId="3979845240" sldId="265"/>
            <ac:graphicFrameMk id="57" creationId="{C0DB2CA4-66F6-B635-177D-9D0C35D0F1D3}"/>
          </ac:graphicFrameMkLst>
        </pc:graphicFrameChg>
        <pc:picChg chg="add del">
          <ac:chgData name="Isabel Tavares" userId="ab76ec252c957cd7" providerId="LiveId" clId="{5C09A6F6-31D8-407B-A523-F1DC1B88DA5C}" dt="2026-08-04T02:53:09.821" v="313" actId="26606"/>
          <ac:picMkLst>
            <pc:docMk/>
            <pc:sldMk cId="3979845240" sldId="265"/>
            <ac:picMk id="6" creationId="{F86999AC-A117-173C-DADD-1846707427A1}"/>
          </ac:picMkLst>
        </pc:picChg>
        <pc:picChg chg="add del">
          <ac:chgData name="Isabel Tavares" userId="ab76ec252c957cd7" providerId="LiveId" clId="{5C09A6F6-31D8-407B-A523-F1DC1B88DA5C}" dt="2026-08-04T02:54:10.381" v="319" actId="26606"/>
          <ac:picMkLst>
            <pc:docMk/>
            <pc:sldMk cId="3979845240" sldId="265"/>
            <ac:picMk id="45" creationId="{E6EADE3C-3774-C296-4A85-82B1427FC6C7}"/>
          </ac:picMkLst>
        </pc:picChg>
        <pc:picChg chg="add mod">
          <ac:chgData name="Isabel Tavares" userId="ab76ec252c957cd7" providerId="LiveId" clId="{5C09A6F6-31D8-407B-A523-F1DC1B88DA5C}" dt="2026-08-04T02:54:52.210" v="323" actId="26606"/>
          <ac:picMkLst>
            <pc:docMk/>
            <pc:sldMk cId="3979845240" sldId="265"/>
            <ac:picMk id="55" creationId="{E6EADE3C-3774-C296-4A85-82B1427FC6C7}"/>
          </ac:picMkLst>
        </pc:picChg>
      </pc:sldChg>
      <pc:sldChg chg="new del">
        <pc:chgData name="Isabel Tavares" userId="ab76ec252c957cd7" providerId="LiveId" clId="{5C09A6F6-31D8-407B-A523-F1DC1B88DA5C}" dt="2026-08-04T02:56:42.175" v="332" actId="47"/>
        <pc:sldMkLst>
          <pc:docMk/>
          <pc:sldMk cId="4217094389" sldId="266"/>
        </pc:sldMkLst>
      </pc:sldChg>
      <pc:sldChg chg="addSp delSp modSp add mod setBg delAnim modAnim setClrOvrMap delDesignElem modNotesTx">
        <pc:chgData name="Isabel Tavares" userId="ab76ec252c957cd7" providerId="LiveId" clId="{5C09A6F6-31D8-407B-A523-F1DC1B88DA5C}" dt="2026-08-04T02:57:42.394" v="349" actId="478"/>
        <pc:sldMkLst>
          <pc:docMk/>
          <pc:sldMk cId="3928848765" sldId="267"/>
        </pc:sldMkLst>
        <pc:spChg chg="mod">
          <ac:chgData name="Isabel Tavares" userId="ab76ec252c957cd7" providerId="LiveId" clId="{5C09A6F6-31D8-407B-A523-F1DC1B88DA5C}" dt="2026-08-04T02:57:29.767" v="345" actId="26606"/>
          <ac:spMkLst>
            <pc:docMk/>
            <pc:sldMk cId="3928848765" sldId="267"/>
            <ac:spMk id="2" creationId="{C4715A8F-649A-98E0-C0AF-B1416CD1DC28}"/>
          </ac:spMkLst>
        </pc:spChg>
        <pc:spChg chg="del mod">
          <ac:chgData name="Isabel Tavares" userId="ab76ec252c957cd7" providerId="LiveId" clId="{5C09A6F6-31D8-407B-A523-F1DC1B88DA5C}" dt="2026-08-04T02:57:42.394" v="349" actId="478"/>
          <ac:spMkLst>
            <pc:docMk/>
            <pc:sldMk cId="3928848765" sldId="267"/>
            <ac:spMk id="3" creationId="{D05A4BD9-A7F1-E1B6-FDE2-DB6FB0F4CD8D}"/>
          </ac:spMkLst>
        </pc:spChg>
        <pc:spChg chg="add del">
          <ac:chgData name="Isabel Tavares" userId="ab76ec252c957cd7" providerId="LiveId" clId="{5C09A6F6-31D8-407B-A523-F1DC1B88DA5C}" dt="2026-08-04T02:57:29.767" v="345" actId="26606"/>
          <ac:spMkLst>
            <pc:docMk/>
            <pc:sldMk cId="3928848765" sldId="267"/>
            <ac:spMk id="29" creationId="{71B2258F-86CA-4D4D-8270-BC05FCDEBFB3}"/>
          </ac:spMkLst>
        </pc:spChg>
        <pc:spChg chg="del">
          <ac:chgData name="Isabel Tavares" userId="ab76ec252c957cd7" providerId="LiveId" clId="{5C09A6F6-31D8-407B-A523-F1DC1B88DA5C}" dt="2026-08-04T02:56:32.137" v="329"/>
          <ac:spMkLst>
            <pc:docMk/>
            <pc:sldMk cId="3928848765" sldId="267"/>
            <ac:spMk id="35" creationId="{D293946E-CAA1-F651-DA9F-0C3F091FFC7D}"/>
          </ac:spMkLst>
        </pc:spChg>
        <pc:spChg chg="del">
          <ac:chgData name="Isabel Tavares" userId="ab76ec252c957cd7" providerId="LiveId" clId="{5C09A6F6-31D8-407B-A523-F1DC1B88DA5C}" dt="2026-08-04T02:56:32.137" v="329"/>
          <ac:spMkLst>
            <pc:docMk/>
            <pc:sldMk cId="3928848765" sldId="267"/>
            <ac:spMk id="37" creationId="{D827BEDC-B27C-3C38-A533-0B23C15EC2DD}"/>
          </ac:spMkLst>
        </pc:spChg>
        <pc:picChg chg="mod">
          <ac:chgData name="Isabel Tavares" userId="ab76ec252c957cd7" providerId="LiveId" clId="{5C09A6F6-31D8-407B-A523-F1DC1B88DA5C}" dt="2026-08-04T02:57:35.125" v="347" actId="1076"/>
          <ac:picMkLst>
            <pc:docMk/>
            <pc:sldMk cId="3928848765" sldId="267"/>
            <ac:picMk id="24" creationId="{CDDD500F-0A4C-EC18-F5AD-4AD0460EDDD9}"/>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9667228-5D33-41D7-A11C-B193642FA51C}" type="doc">
      <dgm:prSet loTypeId="urn:microsoft.com/office/officeart/2016/7/layout/RepeatingBendingProcessNew" loCatId="process" qsTypeId="urn:microsoft.com/office/officeart/2005/8/quickstyle/simple1" qsCatId="simple" csTypeId="urn:microsoft.com/office/officeart/2005/8/colors/colorful2" csCatId="colorful"/>
      <dgm:spPr/>
      <dgm:t>
        <a:bodyPr/>
        <a:lstStyle/>
        <a:p>
          <a:endParaRPr lang="en-US"/>
        </a:p>
      </dgm:t>
    </dgm:pt>
    <dgm:pt modelId="{7FBCE137-07BB-4F14-8968-2D1BC8191A65}">
      <dgm:prSet/>
      <dgm:spPr/>
      <dgm:t>
        <a:bodyPr/>
        <a:lstStyle/>
        <a:p>
          <a:r>
            <a:rPr lang="en-US"/>
            <a:t>✔ Successfully transformed raw supply chain data into meaningful business insights.</a:t>
          </a:r>
        </a:p>
      </dgm:t>
    </dgm:pt>
    <dgm:pt modelId="{8130026A-3413-4FC7-97F1-EE3EFA7F3B69}" type="parTrans" cxnId="{9643FF9D-D973-468E-B226-1213ADB2DE00}">
      <dgm:prSet/>
      <dgm:spPr/>
      <dgm:t>
        <a:bodyPr/>
        <a:lstStyle/>
        <a:p>
          <a:endParaRPr lang="en-US"/>
        </a:p>
      </dgm:t>
    </dgm:pt>
    <dgm:pt modelId="{C86F6916-22DE-4655-843B-C1578004918B}" type="sibTrans" cxnId="{9643FF9D-D973-468E-B226-1213ADB2DE00}">
      <dgm:prSet/>
      <dgm:spPr/>
      <dgm:t>
        <a:bodyPr/>
        <a:lstStyle/>
        <a:p>
          <a:endParaRPr lang="en-US"/>
        </a:p>
      </dgm:t>
    </dgm:pt>
    <dgm:pt modelId="{F7B0E996-28A7-42B3-A939-7F4656D7EC3F}">
      <dgm:prSet/>
      <dgm:spPr/>
      <dgm:t>
        <a:bodyPr/>
        <a:lstStyle/>
        <a:p>
          <a:r>
            <a:rPr lang="en-US"/>
            <a:t>✔ Applied the complete analytics workflow from data preparation to dashboard development.</a:t>
          </a:r>
        </a:p>
      </dgm:t>
    </dgm:pt>
    <dgm:pt modelId="{48751362-E998-4925-B94C-B448F166BE16}" type="parTrans" cxnId="{522EC19C-B83C-41F8-9DF7-1DB7E0DD35F7}">
      <dgm:prSet/>
      <dgm:spPr/>
      <dgm:t>
        <a:bodyPr/>
        <a:lstStyle/>
        <a:p>
          <a:endParaRPr lang="en-US"/>
        </a:p>
      </dgm:t>
    </dgm:pt>
    <dgm:pt modelId="{34EF3B07-9BA1-4022-B4D8-07A3173FF538}" type="sibTrans" cxnId="{522EC19C-B83C-41F8-9DF7-1DB7E0DD35F7}">
      <dgm:prSet/>
      <dgm:spPr/>
      <dgm:t>
        <a:bodyPr/>
        <a:lstStyle/>
        <a:p>
          <a:endParaRPr lang="en-US"/>
        </a:p>
      </dgm:t>
    </dgm:pt>
    <dgm:pt modelId="{B5DE3208-63A9-4A5B-8FF6-D690D2D68524}">
      <dgm:prSet/>
      <dgm:spPr/>
      <dgm:t>
        <a:bodyPr/>
        <a:lstStyle/>
        <a:p>
          <a:r>
            <a:rPr lang="en-US"/>
            <a:t>✔ Answered fourteen business questions using SQL analysis.</a:t>
          </a:r>
        </a:p>
      </dgm:t>
    </dgm:pt>
    <dgm:pt modelId="{58F54592-44E8-47AE-AFC2-DE2C9F1EC9EF}" type="parTrans" cxnId="{B5E7E33D-AE95-472A-AC37-0A598E73C8C2}">
      <dgm:prSet/>
      <dgm:spPr/>
      <dgm:t>
        <a:bodyPr/>
        <a:lstStyle/>
        <a:p>
          <a:endParaRPr lang="en-US"/>
        </a:p>
      </dgm:t>
    </dgm:pt>
    <dgm:pt modelId="{660C43C9-620D-4A31-9C04-7A49AA7D86C4}" type="sibTrans" cxnId="{B5E7E33D-AE95-472A-AC37-0A598E73C8C2}">
      <dgm:prSet/>
      <dgm:spPr/>
      <dgm:t>
        <a:bodyPr/>
        <a:lstStyle/>
        <a:p>
          <a:endParaRPr lang="en-US"/>
        </a:p>
      </dgm:t>
    </dgm:pt>
    <dgm:pt modelId="{58EE2D70-46C5-4A6A-B8D1-CE333BF6618B}">
      <dgm:prSet/>
      <dgm:spPr/>
      <dgm:t>
        <a:bodyPr/>
        <a:lstStyle/>
        <a:p>
          <a:r>
            <a:rPr lang="en-US"/>
            <a:t>✔ Developed four interactive Tableau dashboards to support business decision-making.</a:t>
          </a:r>
        </a:p>
      </dgm:t>
    </dgm:pt>
    <dgm:pt modelId="{55071E75-8190-4934-AB0F-15F0B1AB7646}" type="parTrans" cxnId="{AE095CAD-300C-4DE2-A0C1-EA4A61E71254}">
      <dgm:prSet/>
      <dgm:spPr/>
      <dgm:t>
        <a:bodyPr/>
        <a:lstStyle/>
        <a:p>
          <a:endParaRPr lang="en-US"/>
        </a:p>
      </dgm:t>
    </dgm:pt>
    <dgm:pt modelId="{E2A51FB9-98B1-4A88-A012-35D040DF18A8}" type="sibTrans" cxnId="{AE095CAD-300C-4DE2-A0C1-EA4A61E71254}">
      <dgm:prSet/>
      <dgm:spPr/>
      <dgm:t>
        <a:bodyPr/>
        <a:lstStyle/>
        <a:p>
          <a:endParaRPr lang="en-US"/>
        </a:p>
      </dgm:t>
    </dgm:pt>
    <dgm:pt modelId="{1C347217-2112-4C51-99D0-3DC976DFEE09}">
      <dgm:prSet/>
      <dgm:spPr/>
      <dgm:t>
        <a:bodyPr/>
        <a:lstStyle/>
        <a:p>
          <a:r>
            <a:rPr lang="en-US"/>
            <a:t>✔ Demonstrated how data analytics can improve sales, operations, quality management, and inventory planning.</a:t>
          </a:r>
        </a:p>
      </dgm:t>
    </dgm:pt>
    <dgm:pt modelId="{F9E5FF00-1D3D-42D9-AA1C-1B0A33DDDA64}" type="parTrans" cxnId="{66C21CCF-F940-485F-AA7D-430687A6E535}">
      <dgm:prSet/>
      <dgm:spPr/>
      <dgm:t>
        <a:bodyPr/>
        <a:lstStyle/>
        <a:p>
          <a:endParaRPr lang="en-US"/>
        </a:p>
      </dgm:t>
    </dgm:pt>
    <dgm:pt modelId="{F70D06D8-DB0B-4EF9-8C9B-E3582A42F38D}" type="sibTrans" cxnId="{66C21CCF-F940-485F-AA7D-430687A6E535}">
      <dgm:prSet/>
      <dgm:spPr/>
      <dgm:t>
        <a:bodyPr/>
        <a:lstStyle/>
        <a:p>
          <a:endParaRPr lang="en-US"/>
        </a:p>
      </dgm:t>
    </dgm:pt>
    <dgm:pt modelId="{EBB732AE-EFFE-432C-8BDB-24E9206FC0DC}" type="pres">
      <dgm:prSet presAssocID="{F9667228-5D33-41D7-A11C-B193642FA51C}" presName="Name0" presStyleCnt="0">
        <dgm:presLayoutVars>
          <dgm:dir/>
          <dgm:resizeHandles val="exact"/>
        </dgm:presLayoutVars>
      </dgm:prSet>
      <dgm:spPr/>
    </dgm:pt>
    <dgm:pt modelId="{9DC08A78-1F18-4573-A0BE-985D1F4D9F1B}" type="pres">
      <dgm:prSet presAssocID="{7FBCE137-07BB-4F14-8968-2D1BC8191A65}" presName="node" presStyleLbl="node1" presStyleIdx="0" presStyleCnt="5">
        <dgm:presLayoutVars>
          <dgm:bulletEnabled val="1"/>
        </dgm:presLayoutVars>
      </dgm:prSet>
      <dgm:spPr/>
    </dgm:pt>
    <dgm:pt modelId="{07BDE16D-BE61-477B-91F3-CA8B04CD1358}" type="pres">
      <dgm:prSet presAssocID="{C86F6916-22DE-4655-843B-C1578004918B}" presName="sibTrans" presStyleLbl="sibTrans1D1" presStyleIdx="0" presStyleCnt="4"/>
      <dgm:spPr/>
    </dgm:pt>
    <dgm:pt modelId="{DAC18E5F-87DE-4AC4-A8D2-8E8EC1510B52}" type="pres">
      <dgm:prSet presAssocID="{C86F6916-22DE-4655-843B-C1578004918B}" presName="connectorText" presStyleLbl="sibTrans1D1" presStyleIdx="0" presStyleCnt="4"/>
      <dgm:spPr/>
    </dgm:pt>
    <dgm:pt modelId="{20272CB5-9456-4A21-B851-0CFC6CF7A8C5}" type="pres">
      <dgm:prSet presAssocID="{F7B0E996-28A7-42B3-A939-7F4656D7EC3F}" presName="node" presStyleLbl="node1" presStyleIdx="1" presStyleCnt="5">
        <dgm:presLayoutVars>
          <dgm:bulletEnabled val="1"/>
        </dgm:presLayoutVars>
      </dgm:prSet>
      <dgm:spPr/>
    </dgm:pt>
    <dgm:pt modelId="{3104167D-B246-4A35-8E7A-59D5568A69D1}" type="pres">
      <dgm:prSet presAssocID="{34EF3B07-9BA1-4022-B4D8-07A3173FF538}" presName="sibTrans" presStyleLbl="sibTrans1D1" presStyleIdx="1" presStyleCnt="4"/>
      <dgm:spPr/>
    </dgm:pt>
    <dgm:pt modelId="{7B25ABDA-F7C9-49F7-8C7B-E85071377048}" type="pres">
      <dgm:prSet presAssocID="{34EF3B07-9BA1-4022-B4D8-07A3173FF538}" presName="connectorText" presStyleLbl="sibTrans1D1" presStyleIdx="1" presStyleCnt="4"/>
      <dgm:spPr/>
    </dgm:pt>
    <dgm:pt modelId="{2B0F8CFC-387D-44FA-AEC3-5CDF14CDEA69}" type="pres">
      <dgm:prSet presAssocID="{B5DE3208-63A9-4A5B-8FF6-D690D2D68524}" presName="node" presStyleLbl="node1" presStyleIdx="2" presStyleCnt="5">
        <dgm:presLayoutVars>
          <dgm:bulletEnabled val="1"/>
        </dgm:presLayoutVars>
      </dgm:prSet>
      <dgm:spPr/>
    </dgm:pt>
    <dgm:pt modelId="{053B200F-03C3-426A-99DF-23913C7091B7}" type="pres">
      <dgm:prSet presAssocID="{660C43C9-620D-4A31-9C04-7A49AA7D86C4}" presName="sibTrans" presStyleLbl="sibTrans1D1" presStyleIdx="2" presStyleCnt="4"/>
      <dgm:spPr/>
    </dgm:pt>
    <dgm:pt modelId="{7ADB3413-827D-4B39-9E64-4FDA52F40880}" type="pres">
      <dgm:prSet presAssocID="{660C43C9-620D-4A31-9C04-7A49AA7D86C4}" presName="connectorText" presStyleLbl="sibTrans1D1" presStyleIdx="2" presStyleCnt="4"/>
      <dgm:spPr/>
    </dgm:pt>
    <dgm:pt modelId="{AAEF57BB-6F2F-499F-9CC5-AD9C288194FB}" type="pres">
      <dgm:prSet presAssocID="{58EE2D70-46C5-4A6A-B8D1-CE333BF6618B}" presName="node" presStyleLbl="node1" presStyleIdx="3" presStyleCnt="5">
        <dgm:presLayoutVars>
          <dgm:bulletEnabled val="1"/>
        </dgm:presLayoutVars>
      </dgm:prSet>
      <dgm:spPr/>
    </dgm:pt>
    <dgm:pt modelId="{BB62B221-3826-4D1D-B0EF-6C15727D02C0}" type="pres">
      <dgm:prSet presAssocID="{E2A51FB9-98B1-4A88-A012-35D040DF18A8}" presName="sibTrans" presStyleLbl="sibTrans1D1" presStyleIdx="3" presStyleCnt="4"/>
      <dgm:spPr/>
    </dgm:pt>
    <dgm:pt modelId="{46C542EA-7B96-490A-B30C-88FB3513DBDD}" type="pres">
      <dgm:prSet presAssocID="{E2A51FB9-98B1-4A88-A012-35D040DF18A8}" presName="connectorText" presStyleLbl="sibTrans1D1" presStyleIdx="3" presStyleCnt="4"/>
      <dgm:spPr/>
    </dgm:pt>
    <dgm:pt modelId="{1DA750BC-1103-4577-8621-EDD4DBAAC7C3}" type="pres">
      <dgm:prSet presAssocID="{1C347217-2112-4C51-99D0-3DC976DFEE09}" presName="node" presStyleLbl="node1" presStyleIdx="4" presStyleCnt="5">
        <dgm:presLayoutVars>
          <dgm:bulletEnabled val="1"/>
        </dgm:presLayoutVars>
      </dgm:prSet>
      <dgm:spPr/>
    </dgm:pt>
  </dgm:ptLst>
  <dgm:cxnLst>
    <dgm:cxn modelId="{48CF0107-1740-4618-877F-682F63AA2C98}" type="presOf" srcId="{1C347217-2112-4C51-99D0-3DC976DFEE09}" destId="{1DA750BC-1103-4577-8621-EDD4DBAAC7C3}" srcOrd="0" destOrd="0" presId="urn:microsoft.com/office/officeart/2016/7/layout/RepeatingBendingProcessNew"/>
    <dgm:cxn modelId="{E3072438-A0DA-47C2-96E7-F2F333E7E534}" type="presOf" srcId="{7FBCE137-07BB-4F14-8968-2D1BC8191A65}" destId="{9DC08A78-1F18-4573-A0BE-985D1F4D9F1B}" srcOrd="0" destOrd="0" presId="urn:microsoft.com/office/officeart/2016/7/layout/RepeatingBendingProcessNew"/>
    <dgm:cxn modelId="{97101B39-DB8B-4FBC-802F-1DBEA167DA5A}" type="presOf" srcId="{34EF3B07-9BA1-4022-B4D8-07A3173FF538}" destId="{3104167D-B246-4A35-8E7A-59D5568A69D1}" srcOrd="0" destOrd="0" presId="urn:microsoft.com/office/officeart/2016/7/layout/RepeatingBendingProcessNew"/>
    <dgm:cxn modelId="{425AD83A-C091-471D-A8F6-7AA39023CCD5}" type="presOf" srcId="{C86F6916-22DE-4655-843B-C1578004918B}" destId="{DAC18E5F-87DE-4AC4-A8D2-8E8EC1510B52}" srcOrd="1" destOrd="0" presId="urn:microsoft.com/office/officeart/2016/7/layout/RepeatingBendingProcessNew"/>
    <dgm:cxn modelId="{B5E7E33D-AE95-472A-AC37-0A598E73C8C2}" srcId="{F9667228-5D33-41D7-A11C-B193642FA51C}" destId="{B5DE3208-63A9-4A5B-8FF6-D690D2D68524}" srcOrd="2" destOrd="0" parTransId="{58F54592-44E8-47AE-AFC2-DE2C9F1EC9EF}" sibTransId="{660C43C9-620D-4A31-9C04-7A49AA7D86C4}"/>
    <dgm:cxn modelId="{1E390F60-9067-4C6D-AFAF-EB7098DDB1BB}" type="presOf" srcId="{58EE2D70-46C5-4A6A-B8D1-CE333BF6618B}" destId="{AAEF57BB-6F2F-499F-9CC5-AD9C288194FB}" srcOrd="0" destOrd="0" presId="urn:microsoft.com/office/officeart/2016/7/layout/RepeatingBendingProcessNew"/>
    <dgm:cxn modelId="{9E347743-54C5-4991-9098-47B526B43CA9}" type="presOf" srcId="{34EF3B07-9BA1-4022-B4D8-07A3173FF538}" destId="{7B25ABDA-F7C9-49F7-8C7B-E85071377048}" srcOrd="1" destOrd="0" presId="urn:microsoft.com/office/officeart/2016/7/layout/RepeatingBendingProcessNew"/>
    <dgm:cxn modelId="{B443F74E-CD84-4E8B-BC89-23F6FBE852C5}" type="presOf" srcId="{E2A51FB9-98B1-4A88-A012-35D040DF18A8}" destId="{BB62B221-3826-4D1D-B0EF-6C15727D02C0}" srcOrd="0" destOrd="0" presId="urn:microsoft.com/office/officeart/2016/7/layout/RepeatingBendingProcessNew"/>
    <dgm:cxn modelId="{1713F76F-CC23-4967-8D34-4C67529D5C33}" type="presOf" srcId="{660C43C9-620D-4A31-9C04-7A49AA7D86C4}" destId="{7ADB3413-827D-4B39-9E64-4FDA52F40880}" srcOrd="1" destOrd="0" presId="urn:microsoft.com/office/officeart/2016/7/layout/RepeatingBendingProcessNew"/>
    <dgm:cxn modelId="{AAB30990-886E-4210-8949-5F1B3A4D890E}" type="presOf" srcId="{F9667228-5D33-41D7-A11C-B193642FA51C}" destId="{EBB732AE-EFFE-432C-8BDB-24E9206FC0DC}" srcOrd="0" destOrd="0" presId="urn:microsoft.com/office/officeart/2016/7/layout/RepeatingBendingProcessNew"/>
    <dgm:cxn modelId="{522EC19C-B83C-41F8-9DF7-1DB7E0DD35F7}" srcId="{F9667228-5D33-41D7-A11C-B193642FA51C}" destId="{F7B0E996-28A7-42B3-A939-7F4656D7EC3F}" srcOrd="1" destOrd="0" parTransId="{48751362-E998-4925-B94C-B448F166BE16}" sibTransId="{34EF3B07-9BA1-4022-B4D8-07A3173FF538}"/>
    <dgm:cxn modelId="{9643FF9D-D973-468E-B226-1213ADB2DE00}" srcId="{F9667228-5D33-41D7-A11C-B193642FA51C}" destId="{7FBCE137-07BB-4F14-8968-2D1BC8191A65}" srcOrd="0" destOrd="0" parTransId="{8130026A-3413-4FC7-97F1-EE3EFA7F3B69}" sibTransId="{C86F6916-22DE-4655-843B-C1578004918B}"/>
    <dgm:cxn modelId="{6FAED1A2-895E-4E62-8023-D740635A80B2}" type="presOf" srcId="{E2A51FB9-98B1-4A88-A012-35D040DF18A8}" destId="{46C542EA-7B96-490A-B30C-88FB3513DBDD}" srcOrd="1" destOrd="0" presId="urn:microsoft.com/office/officeart/2016/7/layout/RepeatingBendingProcessNew"/>
    <dgm:cxn modelId="{AE095CAD-300C-4DE2-A0C1-EA4A61E71254}" srcId="{F9667228-5D33-41D7-A11C-B193642FA51C}" destId="{58EE2D70-46C5-4A6A-B8D1-CE333BF6618B}" srcOrd="3" destOrd="0" parTransId="{55071E75-8190-4934-AB0F-15F0B1AB7646}" sibTransId="{E2A51FB9-98B1-4A88-A012-35D040DF18A8}"/>
    <dgm:cxn modelId="{2F41E8BC-B797-4ADD-AF6E-7BE8777B22B7}" type="presOf" srcId="{F7B0E996-28A7-42B3-A939-7F4656D7EC3F}" destId="{20272CB5-9456-4A21-B851-0CFC6CF7A8C5}" srcOrd="0" destOrd="0" presId="urn:microsoft.com/office/officeart/2016/7/layout/RepeatingBendingProcessNew"/>
    <dgm:cxn modelId="{872382C3-F456-407F-9377-E2C855F61B20}" type="presOf" srcId="{C86F6916-22DE-4655-843B-C1578004918B}" destId="{07BDE16D-BE61-477B-91F3-CA8B04CD1358}" srcOrd="0" destOrd="0" presId="urn:microsoft.com/office/officeart/2016/7/layout/RepeatingBendingProcessNew"/>
    <dgm:cxn modelId="{66C21CCF-F940-485F-AA7D-430687A6E535}" srcId="{F9667228-5D33-41D7-A11C-B193642FA51C}" destId="{1C347217-2112-4C51-99D0-3DC976DFEE09}" srcOrd="4" destOrd="0" parTransId="{F9E5FF00-1D3D-42D9-AA1C-1B0A33DDDA64}" sibTransId="{F70D06D8-DB0B-4EF9-8C9B-E3582A42F38D}"/>
    <dgm:cxn modelId="{1DF5FEF5-6720-4081-BB5C-8752C2D899FD}" type="presOf" srcId="{660C43C9-620D-4A31-9C04-7A49AA7D86C4}" destId="{053B200F-03C3-426A-99DF-23913C7091B7}" srcOrd="0" destOrd="0" presId="urn:microsoft.com/office/officeart/2016/7/layout/RepeatingBendingProcessNew"/>
    <dgm:cxn modelId="{F847B5FB-C926-43D7-9825-1938F9097AE7}" type="presOf" srcId="{B5DE3208-63A9-4A5B-8FF6-D690D2D68524}" destId="{2B0F8CFC-387D-44FA-AEC3-5CDF14CDEA69}" srcOrd="0" destOrd="0" presId="urn:microsoft.com/office/officeart/2016/7/layout/RepeatingBendingProcessNew"/>
    <dgm:cxn modelId="{8F629CF8-0024-466B-9F89-E091A64BCC68}" type="presParOf" srcId="{EBB732AE-EFFE-432C-8BDB-24E9206FC0DC}" destId="{9DC08A78-1F18-4573-A0BE-985D1F4D9F1B}" srcOrd="0" destOrd="0" presId="urn:microsoft.com/office/officeart/2016/7/layout/RepeatingBendingProcessNew"/>
    <dgm:cxn modelId="{1B2C4168-7A55-4300-933D-9CFCDA75EEB1}" type="presParOf" srcId="{EBB732AE-EFFE-432C-8BDB-24E9206FC0DC}" destId="{07BDE16D-BE61-477B-91F3-CA8B04CD1358}" srcOrd="1" destOrd="0" presId="urn:microsoft.com/office/officeart/2016/7/layout/RepeatingBendingProcessNew"/>
    <dgm:cxn modelId="{DDFA1080-F2B4-4399-B5AB-65E216A456D7}" type="presParOf" srcId="{07BDE16D-BE61-477B-91F3-CA8B04CD1358}" destId="{DAC18E5F-87DE-4AC4-A8D2-8E8EC1510B52}" srcOrd="0" destOrd="0" presId="urn:microsoft.com/office/officeart/2016/7/layout/RepeatingBendingProcessNew"/>
    <dgm:cxn modelId="{431596F2-D740-46D5-8D01-277168E575DE}" type="presParOf" srcId="{EBB732AE-EFFE-432C-8BDB-24E9206FC0DC}" destId="{20272CB5-9456-4A21-B851-0CFC6CF7A8C5}" srcOrd="2" destOrd="0" presId="urn:microsoft.com/office/officeart/2016/7/layout/RepeatingBendingProcessNew"/>
    <dgm:cxn modelId="{D75EAB36-D086-4D46-A227-DDCDF0BFED4E}" type="presParOf" srcId="{EBB732AE-EFFE-432C-8BDB-24E9206FC0DC}" destId="{3104167D-B246-4A35-8E7A-59D5568A69D1}" srcOrd="3" destOrd="0" presId="urn:microsoft.com/office/officeart/2016/7/layout/RepeatingBendingProcessNew"/>
    <dgm:cxn modelId="{9D0355B4-72D4-4894-8353-E2CA1C89A453}" type="presParOf" srcId="{3104167D-B246-4A35-8E7A-59D5568A69D1}" destId="{7B25ABDA-F7C9-49F7-8C7B-E85071377048}" srcOrd="0" destOrd="0" presId="urn:microsoft.com/office/officeart/2016/7/layout/RepeatingBendingProcessNew"/>
    <dgm:cxn modelId="{F6C50323-5319-4448-80B5-351E496992A5}" type="presParOf" srcId="{EBB732AE-EFFE-432C-8BDB-24E9206FC0DC}" destId="{2B0F8CFC-387D-44FA-AEC3-5CDF14CDEA69}" srcOrd="4" destOrd="0" presId="urn:microsoft.com/office/officeart/2016/7/layout/RepeatingBendingProcessNew"/>
    <dgm:cxn modelId="{31E78BF5-A531-4E2A-9855-C491DB76E52D}" type="presParOf" srcId="{EBB732AE-EFFE-432C-8BDB-24E9206FC0DC}" destId="{053B200F-03C3-426A-99DF-23913C7091B7}" srcOrd="5" destOrd="0" presId="urn:microsoft.com/office/officeart/2016/7/layout/RepeatingBendingProcessNew"/>
    <dgm:cxn modelId="{43AA6E67-B5E1-4F7B-B455-E28A215CD4A6}" type="presParOf" srcId="{053B200F-03C3-426A-99DF-23913C7091B7}" destId="{7ADB3413-827D-4B39-9E64-4FDA52F40880}" srcOrd="0" destOrd="0" presId="urn:microsoft.com/office/officeart/2016/7/layout/RepeatingBendingProcessNew"/>
    <dgm:cxn modelId="{52F62A96-885A-4CA2-84D0-303685FC83D0}" type="presParOf" srcId="{EBB732AE-EFFE-432C-8BDB-24E9206FC0DC}" destId="{AAEF57BB-6F2F-499F-9CC5-AD9C288194FB}" srcOrd="6" destOrd="0" presId="urn:microsoft.com/office/officeart/2016/7/layout/RepeatingBendingProcessNew"/>
    <dgm:cxn modelId="{8A361DEC-AA24-4647-B92D-D86C8632ECBF}" type="presParOf" srcId="{EBB732AE-EFFE-432C-8BDB-24E9206FC0DC}" destId="{BB62B221-3826-4D1D-B0EF-6C15727D02C0}" srcOrd="7" destOrd="0" presId="urn:microsoft.com/office/officeart/2016/7/layout/RepeatingBendingProcessNew"/>
    <dgm:cxn modelId="{3E2EC0DF-1D62-434A-B4D2-00A3DDBA4184}" type="presParOf" srcId="{BB62B221-3826-4D1D-B0EF-6C15727D02C0}" destId="{46C542EA-7B96-490A-B30C-88FB3513DBDD}" srcOrd="0" destOrd="0" presId="urn:microsoft.com/office/officeart/2016/7/layout/RepeatingBendingProcessNew"/>
    <dgm:cxn modelId="{F9A15784-1DC9-431D-8AE3-E294E479F622}" type="presParOf" srcId="{EBB732AE-EFFE-432C-8BDB-24E9206FC0DC}" destId="{1DA750BC-1103-4577-8621-EDD4DBAAC7C3}" srcOrd="8" destOrd="0" presId="urn:microsoft.com/office/officeart/2016/7/layout/RepeatingBendingProcessNew"/>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7BDE16D-BE61-477B-91F3-CA8B04CD1358}">
      <dsp:nvSpPr>
        <dsp:cNvPr id="0" name=""/>
        <dsp:cNvSpPr/>
      </dsp:nvSpPr>
      <dsp:spPr>
        <a:xfrm>
          <a:off x="3040792" y="870618"/>
          <a:ext cx="667342" cy="91440"/>
        </a:xfrm>
        <a:custGeom>
          <a:avLst/>
          <a:gdLst/>
          <a:ahLst/>
          <a:cxnLst/>
          <a:rect l="0" t="0" r="0" b="0"/>
          <a:pathLst>
            <a:path>
              <a:moveTo>
                <a:pt x="0" y="45720"/>
              </a:moveTo>
              <a:lnTo>
                <a:pt x="667342" y="45720"/>
              </a:lnTo>
            </a:path>
          </a:pathLst>
        </a:custGeom>
        <a:noFill/>
        <a:ln w="1270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357014" y="912848"/>
        <a:ext cx="34897" cy="6979"/>
      </dsp:txXfrm>
    </dsp:sp>
    <dsp:sp modelId="{9DC08A78-1F18-4573-A0BE-985D1F4D9F1B}">
      <dsp:nvSpPr>
        <dsp:cNvPr id="0" name=""/>
        <dsp:cNvSpPr/>
      </dsp:nvSpPr>
      <dsp:spPr>
        <a:xfrm>
          <a:off x="8061" y="5979"/>
          <a:ext cx="3034531" cy="1820718"/>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8695" tIns="156081" rIns="148695" bIns="156081" numCol="1" spcCol="1270" anchor="ctr" anchorCtr="0">
          <a:noAutofit/>
        </a:bodyPr>
        <a:lstStyle/>
        <a:p>
          <a:pPr marL="0" lvl="0" indent="0" algn="ctr" defTabSz="844550">
            <a:lnSpc>
              <a:spcPct val="90000"/>
            </a:lnSpc>
            <a:spcBef>
              <a:spcPct val="0"/>
            </a:spcBef>
            <a:spcAft>
              <a:spcPct val="35000"/>
            </a:spcAft>
            <a:buNone/>
          </a:pPr>
          <a:r>
            <a:rPr lang="en-US" sz="1900" kern="1200"/>
            <a:t>✔ Successfully transformed raw supply chain data into meaningful business insights.</a:t>
          </a:r>
        </a:p>
      </dsp:txBody>
      <dsp:txXfrm>
        <a:off x="8061" y="5979"/>
        <a:ext cx="3034531" cy="1820718"/>
      </dsp:txXfrm>
    </dsp:sp>
    <dsp:sp modelId="{3104167D-B246-4A35-8E7A-59D5568A69D1}">
      <dsp:nvSpPr>
        <dsp:cNvPr id="0" name=""/>
        <dsp:cNvSpPr/>
      </dsp:nvSpPr>
      <dsp:spPr>
        <a:xfrm>
          <a:off x="6773265" y="870618"/>
          <a:ext cx="667342" cy="91440"/>
        </a:xfrm>
        <a:custGeom>
          <a:avLst/>
          <a:gdLst/>
          <a:ahLst/>
          <a:cxnLst/>
          <a:rect l="0" t="0" r="0" b="0"/>
          <a:pathLst>
            <a:path>
              <a:moveTo>
                <a:pt x="0" y="45720"/>
              </a:moveTo>
              <a:lnTo>
                <a:pt x="667342" y="45720"/>
              </a:lnTo>
            </a:path>
          </a:pathLst>
        </a:custGeom>
        <a:noFill/>
        <a:ln w="12700" cap="flat" cmpd="sng" algn="ctr">
          <a:solidFill>
            <a:schemeClr val="accent2">
              <a:hueOff val="2147871"/>
              <a:satOff val="-6164"/>
              <a:lumOff val="-987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7089488" y="912848"/>
        <a:ext cx="34897" cy="6979"/>
      </dsp:txXfrm>
    </dsp:sp>
    <dsp:sp modelId="{20272CB5-9456-4A21-B851-0CFC6CF7A8C5}">
      <dsp:nvSpPr>
        <dsp:cNvPr id="0" name=""/>
        <dsp:cNvSpPr/>
      </dsp:nvSpPr>
      <dsp:spPr>
        <a:xfrm>
          <a:off x="3740534" y="5979"/>
          <a:ext cx="3034531" cy="1820718"/>
        </a:xfrm>
        <a:prstGeom prst="rect">
          <a:avLst/>
        </a:prstGeom>
        <a:solidFill>
          <a:schemeClr val="accent2">
            <a:hueOff val="1610903"/>
            <a:satOff val="-4623"/>
            <a:lumOff val="-7402"/>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8695" tIns="156081" rIns="148695" bIns="156081" numCol="1" spcCol="1270" anchor="ctr" anchorCtr="0">
          <a:noAutofit/>
        </a:bodyPr>
        <a:lstStyle/>
        <a:p>
          <a:pPr marL="0" lvl="0" indent="0" algn="ctr" defTabSz="844550">
            <a:lnSpc>
              <a:spcPct val="90000"/>
            </a:lnSpc>
            <a:spcBef>
              <a:spcPct val="0"/>
            </a:spcBef>
            <a:spcAft>
              <a:spcPct val="35000"/>
            </a:spcAft>
            <a:buNone/>
          </a:pPr>
          <a:r>
            <a:rPr lang="en-US" sz="1900" kern="1200"/>
            <a:t>✔ Applied the complete analytics workflow from data preparation to dashboard development.</a:t>
          </a:r>
        </a:p>
      </dsp:txBody>
      <dsp:txXfrm>
        <a:off x="3740534" y="5979"/>
        <a:ext cx="3034531" cy="1820718"/>
      </dsp:txXfrm>
    </dsp:sp>
    <dsp:sp modelId="{053B200F-03C3-426A-99DF-23913C7091B7}">
      <dsp:nvSpPr>
        <dsp:cNvPr id="0" name=""/>
        <dsp:cNvSpPr/>
      </dsp:nvSpPr>
      <dsp:spPr>
        <a:xfrm>
          <a:off x="1525326" y="1824897"/>
          <a:ext cx="7464946" cy="667342"/>
        </a:xfrm>
        <a:custGeom>
          <a:avLst/>
          <a:gdLst/>
          <a:ahLst/>
          <a:cxnLst/>
          <a:rect l="0" t="0" r="0" b="0"/>
          <a:pathLst>
            <a:path>
              <a:moveTo>
                <a:pt x="7464946" y="0"/>
              </a:moveTo>
              <a:lnTo>
                <a:pt x="7464946" y="350771"/>
              </a:lnTo>
              <a:lnTo>
                <a:pt x="0" y="350771"/>
              </a:lnTo>
              <a:lnTo>
                <a:pt x="0" y="667342"/>
              </a:lnTo>
            </a:path>
          </a:pathLst>
        </a:custGeom>
        <a:noFill/>
        <a:ln w="12700" cap="flat" cmpd="sng" algn="ctr">
          <a:solidFill>
            <a:schemeClr val="accent2">
              <a:hueOff val="4295743"/>
              <a:satOff val="-12329"/>
              <a:lumOff val="-19739"/>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070362" y="2155079"/>
        <a:ext cx="374875" cy="6979"/>
      </dsp:txXfrm>
    </dsp:sp>
    <dsp:sp modelId="{2B0F8CFC-387D-44FA-AEC3-5CDF14CDEA69}">
      <dsp:nvSpPr>
        <dsp:cNvPr id="0" name=""/>
        <dsp:cNvSpPr/>
      </dsp:nvSpPr>
      <dsp:spPr>
        <a:xfrm>
          <a:off x="7473007" y="5979"/>
          <a:ext cx="3034531" cy="1820718"/>
        </a:xfrm>
        <a:prstGeom prst="rect">
          <a:avLst/>
        </a:prstGeom>
        <a:solidFill>
          <a:schemeClr val="accent2">
            <a:hueOff val="3221807"/>
            <a:satOff val="-9246"/>
            <a:lumOff val="-1480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8695" tIns="156081" rIns="148695" bIns="156081" numCol="1" spcCol="1270" anchor="ctr" anchorCtr="0">
          <a:noAutofit/>
        </a:bodyPr>
        <a:lstStyle/>
        <a:p>
          <a:pPr marL="0" lvl="0" indent="0" algn="ctr" defTabSz="844550">
            <a:lnSpc>
              <a:spcPct val="90000"/>
            </a:lnSpc>
            <a:spcBef>
              <a:spcPct val="0"/>
            </a:spcBef>
            <a:spcAft>
              <a:spcPct val="35000"/>
            </a:spcAft>
            <a:buNone/>
          </a:pPr>
          <a:r>
            <a:rPr lang="en-US" sz="1900" kern="1200"/>
            <a:t>✔ Answered fourteen business questions using SQL analysis.</a:t>
          </a:r>
        </a:p>
      </dsp:txBody>
      <dsp:txXfrm>
        <a:off x="7473007" y="5979"/>
        <a:ext cx="3034531" cy="1820718"/>
      </dsp:txXfrm>
    </dsp:sp>
    <dsp:sp modelId="{BB62B221-3826-4D1D-B0EF-6C15727D02C0}">
      <dsp:nvSpPr>
        <dsp:cNvPr id="0" name=""/>
        <dsp:cNvSpPr/>
      </dsp:nvSpPr>
      <dsp:spPr>
        <a:xfrm>
          <a:off x="3040792" y="3389279"/>
          <a:ext cx="667342" cy="91440"/>
        </a:xfrm>
        <a:custGeom>
          <a:avLst/>
          <a:gdLst/>
          <a:ahLst/>
          <a:cxnLst/>
          <a:rect l="0" t="0" r="0" b="0"/>
          <a:pathLst>
            <a:path>
              <a:moveTo>
                <a:pt x="0" y="45720"/>
              </a:moveTo>
              <a:lnTo>
                <a:pt x="667342" y="45720"/>
              </a:lnTo>
            </a:path>
          </a:pathLst>
        </a:custGeom>
        <a:noFill/>
        <a:ln w="12700" cap="flat" cmpd="sng" algn="ctr">
          <a:solidFill>
            <a:schemeClr val="accent2">
              <a:hueOff val="6443614"/>
              <a:satOff val="-18493"/>
              <a:lumOff val="-29609"/>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357014" y="3431509"/>
        <a:ext cx="34897" cy="6979"/>
      </dsp:txXfrm>
    </dsp:sp>
    <dsp:sp modelId="{AAEF57BB-6F2F-499F-9CC5-AD9C288194FB}">
      <dsp:nvSpPr>
        <dsp:cNvPr id="0" name=""/>
        <dsp:cNvSpPr/>
      </dsp:nvSpPr>
      <dsp:spPr>
        <a:xfrm>
          <a:off x="8061" y="2524640"/>
          <a:ext cx="3034531" cy="1820718"/>
        </a:xfrm>
        <a:prstGeom prst="rect">
          <a:avLst/>
        </a:prstGeom>
        <a:solidFill>
          <a:schemeClr val="accent2">
            <a:hueOff val="4832710"/>
            <a:satOff val="-13870"/>
            <a:lumOff val="-22207"/>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8695" tIns="156081" rIns="148695" bIns="156081" numCol="1" spcCol="1270" anchor="ctr" anchorCtr="0">
          <a:noAutofit/>
        </a:bodyPr>
        <a:lstStyle/>
        <a:p>
          <a:pPr marL="0" lvl="0" indent="0" algn="ctr" defTabSz="844550">
            <a:lnSpc>
              <a:spcPct val="90000"/>
            </a:lnSpc>
            <a:spcBef>
              <a:spcPct val="0"/>
            </a:spcBef>
            <a:spcAft>
              <a:spcPct val="35000"/>
            </a:spcAft>
            <a:buNone/>
          </a:pPr>
          <a:r>
            <a:rPr lang="en-US" sz="1900" kern="1200"/>
            <a:t>✔ Developed four interactive Tableau dashboards to support business decision-making.</a:t>
          </a:r>
        </a:p>
      </dsp:txBody>
      <dsp:txXfrm>
        <a:off x="8061" y="2524640"/>
        <a:ext cx="3034531" cy="1820718"/>
      </dsp:txXfrm>
    </dsp:sp>
    <dsp:sp modelId="{1DA750BC-1103-4577-8621-EDD4DBAAC7C3}">
      <dsp:nvSpPr>
        <dsp:cNvPr id="0" name=""/>
        <dsp:cNvSpPr/>
      </dsp:nvSpPr>
      <dsp:spPr>
        <a:xfrm>
          <a:off x="3740534" y="2524640"/>
          <a:ext cx="3034531" cy="1820718"/>
        </a:xfrm>
        <a:prstGeom prst="rect">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8695" tIns="156081" rIns="148695" bIns="156081" numCol="1" spcCol="1270" anchor="ctr" anchorCtr="0">
          <a:noAutofit/>
        </a:bodyPr>
        <a:lstStyle/>
        <a:p>
          <a:pPr marL="0" lvl="0" indent="0" algn="ctr" defTabSz="844550">
            <a:lnSpc>
              <a:spcPct val="90000"/>
            </a:lnSpc>
            <a:spcBef>
              <a:spcPct val="0"/>
            </a:spcBef>
            <a:spcAft>
              <a:spcPct val="35000"/>
            </a:spcAft>
            <a:buNone/>
          </a:pPr>
          <a:r>
            <a:rPr lang="en-US" sz="1900" kern="1200"/>
            <a:t>✔ Demonstrated how data analytics can improve sales, operations, quality management, and inventory planning.</a:t>
          </a:r>
        </a:p>
      </dsp:txBody>
      <dsp:txXfrm>
        <a:off x="3740534" y="2524640"/>
        <a:ext cx="3034531" cy="1820718"/>
      </dsp:txXfrm>
    </dsp:sp>
  </dsp:spTree>
</dsp:drawing>
</file>

<file path=ppt/diagrams/layout1.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FD95D72-C943-44EC-9EEF-C4DA62024A22}" type="datetimeFigureOut">
              <a:rPr lang="en-US" smtClean="0"/>
              <a:t>8/6/2026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F2ED80A-A033-4B8D-9696-2769CA19DBE8}" type="slidenum">
              <a:rPr lang="en-US" smtClean="0"/>
              <a:t>‹#›</a:t>
            </a:fld>
            <a:endParaRPr lang="en-US"/>
          </a:p>
        </p:txBody>
      </p:sp>
    </p:spTree>
    <p:extLst>
      <p:ext uri="{BB962C8B-B14F-4D97-AF65-F5344CB8AC3E}">
        <p14:creationId xmlns:p14="http://schemas.microsoft.com/office/powerpoint/2010/main" val="32467768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F2ED80A-A033-4B8D-9696-2769CA19DBE8}" type="slidenum">
              <a:rPr lang="en-US" smtClean="0"/>
              <a:t>1</a:t>
            </a:fld>
            <a:endParaRPr lang="en-US"/>
          </a:p>
        </p:txBody>
      </p:sp>
    </p:spTree>
    <p:extLst>
      <p:ext uri="{BB962C8B-B14F-4D97-AF65-F5344CB8AC3E}">
        <p14:creationId xmlns:p14="http://schemas.microsoft.com/office/powerpoint/2010/main" val="36680193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F2ED80A-A033-4B8D-9696-2769CA19DBE8}" type="slidenum">
              <a:rPr lang="en-US" smtClean="0"/>
              <a:t>2</a:t>
            </a:fld>
            <a:endParaRPr lang="en-US"/>
          </a:p>
        </p:txBody>
      </p:sp>
    </p:spTree>
    <p:extLst>
      <p:ext uri="{BB962C8B-B14F-4D97-AF65-F5344CB8AC3E}">
        <p14:creationId xmlns:p14="http://schemas.microsoft.com/office/powerpoint/2010/main" val="11596491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F2ED80A-A033-4B8D-9696-2769CA19DBE8}" type="slidenum">
              <a:rPr lang="en-US" smtClean="0"/>
              <a:t>3</a:t>
            </a:fld>
            <a:endParaRPr lang="en-US"/>
          </a:p>
        </p:txBody>
      </p:sp>
    </p:spTree>
    <p:extLst>
      <p:ext uri="{BB962C8B-B14F-4D97-AF65-F5344CB8AC3E}">
        <p14:creationId xmlns:p14="http://schemas.microsoft.com/office/powerpoint/2010/main" val="38518348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F2ED80A-A033-4B8D-9696-2769CA19DBE8}" type="slidenum">
              <a:rPr lang="en-US" smtClean="0"/>
              <a:t>4</a:t>
            </a:fld>
            <a:endParaRPr lang="en-US"/>
          </a:p>
        </p:txBody>
      </p:sp>
    </p:spTree>
    <p:extLst>
      <p:ext uri="{BB962C8B-B14F-4D97-AF65-F5344CB8AC3E}">
        <p14:creationId xmlns:p14="http://schemas.microsoft.com/office/powerpoint/2010/main" val="39002465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F28399-FF35-9922-15BA-BB62DC03AE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5A222D-768B-6B80-1015-F631604FFE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266F4F-CAED-975B-0580-ABFAB869592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24292B5-1E16-CFE2-DD1C-9317A66254F4}"/>
              </a:ext>
            </a:extLst>
          </p:cNvPr>
          <p:cNvSpPr>
            <a:spLocks noGrp="1"/>
          </p:cNvSpPr>
          <p:nvPr>
            <p:ph type="sldNum" sz="quarter" idx="5"/>
          </p:nvPr>
        </p:nvSpPr>
        <p:spPr/>
        <p:txBody>
          <a:bodyPr/>
          <a:lstStyle/>
          <a:p>
            <a:fld id="{7F2ED80A-A033-4B8D-9696-2769CA19DBE8}" type="slidenum">
              <a:rPr lang="en-US" smtClean="0"/>
              <a:t>5</a:t>
            </a:fld>
            <a:endParaRPr lang="en-US"/>
          </a:p>
        </p:txBody>
      </p:sp>
    </p:spTree>
    <p:extLst>
      <p:ext uri="{BB962C8B-B14F-4D97-AF65-F5344CB8AC3E}">
        <p14:creationId xmlns:p14="http://schemas.microsoft.com/office/powerpoint/2010/main" val="1403874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Key Findings</a:t>
            </a:r>
          </a:p>
          <a:p>
            <a:r>
              <a:rPr lang="en-US"/>
              <a:t>• Supplier 5 has the longest manufacturing lead time.</a:t>
            </a:r>
          </a:p>
          <a:p>
            <a:r>
              <a:rPr lang="en-US"/>
              <a:t>• Air transportation is the most expensive shipping option.</a:t>
            </a:r>
          </a:p>
          <a:p>
            <a:r>
              <a:rPr lang="en-US"/>
              <a:t>• Road transportation carries the largest order volume.</a:t>
            </a:r>
          </a:p>
          <a:p>
            <a:r>
              <a:rPr lang="en-US"/>
              <a:t>• Carrier B provides the best balance between shipping time and cost.</a:t>
            </a:r>
          </a:p>
          <a:p>
            <a:endParaRPr lang="en-US"/>
          </a:p>
          <a:p>
            <a:r>
              <a:rPr lang="en-US"/>
              <a:t>The second dashboard evaluates operational efficiency.</a:t>
            </a:r>
          </a:p>
          <a:p>
            <a:r>
              <a:rPr lang="en-US"/>
              <a:t>Instead of focusing on sales, this dashboard examines suppliers, transportation methods, and logistics.</a:t>
            </a:r>
          </a:p>
          <a:p>
            <a:r>
              <a:rPr lang="en-US"/>
              <a:t>Supplier 5 recorded the highest average manufacturing lead time, suggesting a potential production bottleneck.</a:t>
            </a:r>
          </a:p>
          <a:p>
            <a:r>
              <a:rPr lang="en-US"/>
              <a:t>Transportation analysis revealed that Air shipping has the highest average shipping cost, which is expected due to faster delivery speeds.</a:t>
            </a:r>
          </a:p>
          <a:p>
            <a:r>
              <a:rPr lang="en-US"/>
              <a:t>However, Road transportation handled the largest order volume, making it the primary transportation method.</a:t>
            </a:r>
          </a:p>
          <a:p>
            <a:r>
              <a:rPr lang="en-US"/>
              <a:t>Finally, by comparing shipping cost with delivery time, Carrier B demonstrated the best balance between operational efficiency and cost.</a:t>
            </a:r>
          </a:p>
          <a:p>
            <a:r>
              <a:rPr lang="en-US"/>
              <a:t>These findings could help managers negotiate supplier contracts and optimize transportation strategies.</a:t>
            </a:r>
          </a:p>
          <a:p>
            <a:endParaRPr lang="en-US" dirty="0"/>
          </a:p>
        </p:txBody>
      </p:sp>
      <p:sp>
        <p:nvSpPr>
          <p:cNvPr id="4" name="Slide Number Placeholder 3"/>
          <p:cNvSpPr>
            <a:spLocks noGrp="1"/>
          </p:cNvSpPr>
          <p:nvPr>
            <p:ph type="sldNum" sz="quarter" idx="5"/>
          </p:nvPr>
        </p:nvSpPr>
        <p:spPr/>
        <p:txBody>
          <a:bodyPr/>
          <a:lstStyle/>
          <a:p>
            <a:fld id="{7F2ED80A-A033-4B8D-9696-2769CA19DBE8}" type="slidenum">
              <a:rPr lang="en-US" smtClean="0"/>
              <a:t>6</a:t>
            </a:fld>
            <a:endParaRPr lang="en-US"/>
          </a:p>
        </p:txBody>
      </p:sp>
    </p:spTree>
    <p:extLst>
      <p:ext uri="{BB962C8B-B14F-4D97-AF65-F5344CB8AC3E}">
        <p14:creationId xmlns:p14="http://schemas.microsoft.com/office/powerpoint/2010/main" val="7832541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F2ED80A-A033-4B8D-9696-2769CA19DBE8}" type="slidenum">
              <a:rPr lang="en-US" smtClean="0"/>
              <a:t>7</a:t>
            </a:fld>
            <a:endParaRPr lang="en-US"/>
          </a:p>
        </p:txBody>
      </p:sp>
    </p:spTree>
    <p:extLst>
      <p:ext uri="{BB962C8B-B14F-4D97-AF65-F5344CB8AC3E}">
        <p14:creationId xmlns:p14="http://schemas.microsoft.com/office/powerpoint/2010/main" val="2136041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F2ED80A-A033-4B8D-9696-2769CA19DBE8}" type="slidenum">
              <a:rPr lang="en-US" smtClean="0"/>
              <a:t>8</a:t>
            </a:fld>
            <a:endParaRPr lang="en-US"/>
          </a:p>
        </p:txBody>
      </p:sp>
    </p:spTree>
    <p:extLst>
      <p:ext uri="{BB962C8B-B14F-4D97-AF65-F5344CB8AC3E}">
        <p14:creationId xmlns:p14="http://schemas.microsoft.com/office/powerpoint/2010/main" val="32420777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F2ED80A-A033-4B8D-9696-2769CA19DBE8}" type="slidenum">
              <a:rPr lang="en-US" smtClean="0"/>
              <a:t>9</a:t>
            </a:fld>
            <a:endParaRPr lang="en-US"/>
          </a:p>
        </p:txBody>
      </p:sp>
    </p:spTree>
    <p:extLst>
      <p:ext uri="{BB962C8B-B14F-4D97-AF65-F5344CB8AC3E}">
        <p14:creationId xmlns:p14="http://schemas.microsoft.com/office/powerpoint/2010/main" val="40238021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F2ED80A-A033-4B8D-9696-2769CA19DBE8}" type="slidenum">
              <a:rPr lang="en-US" smtClean="0"/>
              <a:t>10</a:t>
            </a:fld>
            <a:endParaRPr lang="en-US"/>
          </a:p>
        </p:txBody>
      </p:sp>
    </p:spTree>
    <p:extLst>
      <p:ext uri="{BB962C8B-B14F-4D97-AF65-F5344CB8AC3E}">
        <p14:creationId xmlns:p14="http://schemas.microsoft.com/office/powerpoint/2010/main" val="23069781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4CD510-46EA-C443-B28C-078EDDFFCC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601DAD-A2BC-CD4D-979F-37E8861960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A782ED-2998-E31C-FEDD-6228A8F7F1C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8FBC9D8-313E-CB89-4E47-584C2FF4D279}"/>
              </a:ext>
            </a:extLst>
          </p:cNvPr>
          <p:cNvSpPr>
            <a:spLocks noGrp="1"/>
          </p:cNvSpPr>
          <p:nvPr>
            <p:ph type="sldNum" sz="quarter" idx="5"/>
          </p:nvPr>
        </p:nvSpPr>
        <p:spPr/>
        <p:txBody>
          <a:bodyPr/>
          <a:lstStyle/>
          <a:p>
            <a:fld id="{7F2ED80A-A033-4B8D-9696-2769CA19DBE8}" type="slidenum">
              <a:rPr lang="en-US" smtClean="0"/>
              <a:t>11</a:t>
            </a:fld>
            <a:endParaRPr lang="en-US"/>
          </a:p>
        </p:txBody>
      </p:sp>
    </p:spTree>
    <p:extLst>
      <p:ext uri="{BB962C8B-B14F-4D97-AF65-F5344CB8AC3E}">
        <p14:creationId xmlns:p14="http://schemas.microsoft.com/office/powerpoint/2010/main" val="42088566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0770A9-68DB-AA74-21D1-157FFE1F97B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C5A31C2-D25C-054A-F12F-6077ABDD1A5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AEAAFED-6F9B-E8A5-5992-EFAA75E1BAC5}"/>
              </a:ext>
            </a:extLst>
          </p:cNvPr>
          <p:cNvSpPr>
            <a:spLocks noGrp="1"/>
          </p:cNvSpPr>
          <p:nvPr>
            <p:ph type="dt" sz="half" idx="10"/>
          </p:nvPr>
        </p:nvSpPr>
        <p:spPr/>
        <p:txBody>
          <a:bodyPr/>
          <a:lstStyle/>
          <a:p>
            <a:fld id="{02D1B06E-EE9F-4B1D-9B91-4E35A222B147}" type="datetimeFigureOut">
              <a:rPr lang="en-US" smtClean="0"/>
              <a:t>8/6/2026</a:t>
            </a:fld>
            <a:endParaRPr lang="en-US"/>
          </a:p>
        </p:txBody>
      </p:sp>
      <p:sp>
        <p:nvSpPr>
          <p:cNvPr id="5" name="Footer Placeholder 4">
            <a:extLst>
              <a:ext uri="{FF2B5EF4-FFF2-40B4-BE49-F238E27FC236}">
                <a16:creationId xmlns:a16="http://schemas.microsoft.com/office/drawing/2014/main" id="{A16A7FA7-6DE9-FE77-9254-D3AEB986B6E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FF126D9-2339-F5FD-F4C9-0FE411EB31E9}"/>
              </a:ext>
            </a:extLst>
          </p:cNvPr>
          <p:cNvSpPr>
            <a:spLocks noGrp="1"/>
          </p:cNvSpPr>
          <p:nvPr>
            <p:ph type="sldNum" sz="quarter" idx="12"/>
          </p:nvPr>
        </p:nvSpPr>
        <p:spPr/>
        <p:txBody>
          <a:bodyPr/>
          <a:lstStyle/>
          <a:p>
            <a:fld id="{89B691D3-0D75-4D60-9228-3EB825D46DD5}" type="slidenum">
              <a:rPr lang="en-US" smtClean="0"/>
              <a:t>‹#›</a:t>
            </a:fld>
            <a:endParaRPr lang="en-US"/>
          </a:p>
        </p:txBody>
      </p:sp>
    </p:spTree>
    <p:extLst>
      <p:ext uri="{BB962C8B-B14F-4D97-AF65-F5344CB8AC3E}">
        <p14:creationId xmlns:p14="http://schemas.microsoft.com/office/powerpoint/2010/main" val="31343527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DAFD80-FC88-1FB5-125B-6338367BB34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5B92FAE-31C7-9C7C-F02B-A9F59D8F17F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CFA5F7-4155-F93E-8D5E-CAFCA4D58FFD}"/>
              </a:ext>
            </a:extLst>
          </p:cNvPr>
          <p:cNvSpPr>
            <a:spLocks noGrp="1"/>
          </p:cNvSpPr>
          <p:nvPr>
            <p:ph type="dt" sz="half" idx="10"/>
          </p:nvPr>
        </p:nvSpPr>
        <p:spPr/>
        <p:txBody>
          <a:bodyPr/>
          <a:lstStyle/>
          <a:p>
            <a:fld id="{02D1B06E-EE9F-4B1D-9B91-4E35A222B147}" type="datetimeFigureOut">
              <a:rPr lang="en-US" smtClean="0"/>
              <a:t>8/6/2026</a:t>
            </a:fld>
            <a:endParaRPr lang="en-US"/>
          </a:p>
        </p:txBody>
      </p:sp>
      <p:sp>
        <p:nvSpPr>
          <p:cNvPr id="5" name="Footer Placeholder 4">
            <a:extLst>
              <a:ext uri="{FF2B5EF4-FFF2-40B4-BE49-F238E27FC236}">
                <a16:creationId xmlns:a16="http://schemas.microsoft.com/office/drawing/2014/main" id="{E4C6229B-D239-6DBF-CEC4-5C97B8A0344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97F62-2EF5-A6FF-36F5-EE797A776947}"/>
              </a:ext>
            </a:extLst>
          </p:cNvPr>
          <p:cNvSpPr>
            <a:spLocks noGrp="1"/>
          </p:cNvSpPr>
          <p:nvPr>
            <p:ph type="sldNum" sz="quarter" idx="12"/>
          </p:nvPr>
        </p:nvSpPr>
        <p:spPr/>
        <p:txBody>
          <a:bodyPr/>
          <a:lstStyle/>
          <a:p>
            <a:fld id="{89B691D3-0D75-4D60-9228-3EB825D46DD5}" type="slidenum">
              <a:rPr lang="en-US" smtClean="0"/>
              <a:t>‹#›</a:t>
            </a:fld>
            <a:endParaRPr lang="en-US"/>
          </a:p>
        </p:txBody>
      </p:sp>
    </p:spTree>
    <p:extLst>
      <p:ext uri="{BB962C8B-B14F-4D97-AF65-F5344CB8AC3E}">
        <p14:creationId xmlns:p14="http://schemas.microsoft.com/office/powerpoint/2010/main" val="24738279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241CCE-F8A2-C26D-BA84-FD79441F728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32E5712-3BDE-CD88-60D1-2F1D735B2FF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CEB069E-C237-2F53-D745-BB15A44CE819}"/>
              </a:ext>
            </a:extLst>
          </p:cNvPr>
          <p:cNvSpPr>
            <a:spLocks noGrp="1"/>
          </p:cNvSpPr>
          <p:nvPr>
            <p:ph type="dt" sz="half" idx="10"/>
          </p:nvPr>
        </p:nvSpPr>
        <p:spPr/>
        <p:txBody>
          <a:bodyPr/>
          <a:lstStyle/>
          <a:p>
            <a:fld id="{02D1B06E-EE9F-4B1D-9B91-4E35A222B147}" type="datetimeFigureOut">
              <a:rPr lang="en-US" smtClean="0"/>
              <a:t>8/6/2026</a:t>
            </a:fld>
            <a:endParaRPr lang="en-US"/>
          </a:p>
        </p:txBody>
      </p:sp>
      <p:sp>
        <p:nvSpPr>
          <p:cNvPr id="5" name="Footer Placeholder 4">
            <a:extLst>
              <a:ext uri="{FF2B5EF4-FFF2-40B4-BE49-F238E27FC236}">
                <a16:creationId xmlns:a16="http://schemas.microsoft.com/office/drawing/2014/main" id="{652E0EAE-DF56-552E-B2B6-034CC2C090D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1106F8B-BE7D-7379-855A-C5EC5BA41377}"/>
              </a:ext>
            </a:extLst>
          </p:cNvPr>
          <p:cNvSpPr>
            <a:spLocks noGrp="1"/>
          </p:cNvSpPr>
          <p:nvPr>
            <p:ph type="sldNum" sz="quarter" idx="12"/>
          </p:nvPr>
        </p:nvSpPr>
        <p:spPr/>
        <p:txBody>
          <a:bodyPr/>
          <a:lstStyle/>
          <a:p>
            <a:fld id="{89B691D3-0D75-4D60-9228-3EB825D46DD5}" type="slidenum">
              <a:rPr lang="en-US" smtClean="0"/>
              <a:t>‹#›</a:t>
            </a:fld>
            <a:endParaRPr lang="en-US"/>
          </a:p>
        </p:txBody>
      </p:sp>
    </p:spTree>
    <p:extLst>
      <p:ext uri="{BB962C8B-B14F-4D97-AF65-F5344CB8AC3E}">
        <p14:creationId xmlns:p14="http://schemas.microsoft.com/office/powerpoint/2010/main" val="2887233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246D1E-9661-9098-CAE7-5EFF68E985F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172CE59-0340-72BE-1A4D-BB7B1D751EE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AC3A287-090B-A5B5-C0AD-60D78B99806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5508F9B-46F9-DF12-BC92-99215B8AFFD3}"/>
              </a:ext>
            </a:extLst>
          </p:cNvPr>
          <p:cNvSpPr>
            <a:spLocks noGrp="1"/>
          </p:cNvSpPr>
          <p:nvPr>
            <p:ph type="dt" sz="half" idx="10"/>
          </p:nvPr>
        </p:nvSpPr>
        <p:spPr/>
        <p:txBody>
          <a:bodyPr/>
          <a:lstStyle/>
          <a:p>
            <a:fld id="{02D1B06E-EE9F-4B1D-9B91-4E35A222B147}" type="datetimeFigureOut">
              <a:rPr lang="en-US" smtClean="0"/>
              <a:t>8/6/2026</a:t>
            </a:fld>
            <a:endParaRPr lang="en-US"/>
          </a:p>
        </p:txBody>
      </p:sp>
      <p:sp>
        <p:nvSpPr>
          <p:cNvPr id="6" name="Footer Placeholder 5">
            <a:extLst>
              <a:ext uri="{FF2B5EF4-FFF2-40B4-BE49-F238E27FC236}">
                <a16:creationId xmlns:a16="http://schemas.microsoft.com/office/drawing/2014/main" id="{A505AC29-1945-974C-6152-CD295F08689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8DAA80A-7049-3802-70C7-403995DBB2C9}"/>
              </a:ext>
            </a:extLst>
          </p:cNvPr>
          <p:cNvSpPr>
            <a:spLocks noGrp="1"/>
          </p:cNvSpPr>
          <p:nvPr>
            <p:ph type="sldNum" sz="quarter" idx="12"/>
          </p:nvPr>
        </p:nvSpPr>
        <p:spPr/>
        <p:txBody>
          <a:bodyPr/>
          <a:lstStyle/>
          <a:p>
            <a:fld id="{89B691D3-0D75-4D60-9228-3EB825D46DD5}" type="slidenum">
              <a:rPr lang="en-US" smtClean="0"/>
              <a:t>‹#›</a:t>
            </a:fld>
            <a:endParaRPr lang="en-US"/>
          </a:p>
        </p:txBody>
      </p:sp>
    </p:spTree>
    <p:extLst>
      <p:ext uri="{BB962C8B-B14F-4D97-AF65-F5344CB8AC3E}">
        <p14:creationId xmlns:p14="http://schemas.microsoft.com/office/powerpoint/2010/main" val="7185409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3CA7EE-0EBF-6A91-E054-B55EFFA71C9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DCA6B92-E853-5FF2-DBBC-0932969A95C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9A549BD-9830-73F1-B014-F619E559E3B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A314B86-CA9F-1498-AAFE-7FE159BFBB1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4E9D435-6AB4-7994-85DB-91F24151609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71549C4-03CF-CED4-7390-CB57BFF92FF6}"/>
              </a:ext>
            </a:extLst>
          </p:cNvPr>
          <p:cNvSpPr>
            <a:spLocks noGrp="1"/>
          </p:cNvSpPr>
          <p:nvPr>
            <p:ph type="dt" sz="half" idx="10"/>
          </p:nvPr>
        </p:nvSpPr>
        <p:spPr/>
        <p:txBody>
          <a:bodyPr/>
          <a:lstStyle/>
          <a:p>
            <a:fld id="{02D1B06E-EE9F-4B1D-9B91-4E35A222B147}" type="datetimeFigureOut">
              <a:rPr lang="en-US" smtClean="0"/>
              <a:t>8/6/2026</a:t>
            </a:fld>
            <a:endParaRPr lang="en-US"/>
          </a:p>
        </p:txBody>
      </p:sp>
      <p:sp>
        <p:nvSpPr>
          <p:cNvPr id="8" name="Footer Placeholder 7">
            <a:extLst>
              <a:ext uri="{FF2B5EF4-FFF2-40B4-BE49-F238E27FC236}">
                <a16:creationId xmlns:a16="http://schemas.microsoft.com/office/drawing/2014/main" id="{61644737-B2AD-CA0B-0DCC-C9438042D95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2ECE8A2-23E8-9C65-6025-157678DA6E8F}"/>
              </a:ext>
            </a:extLst>
          </p:cNvPr>
          <p:cNvSpPr>
            <a:spLocks noGrp="1"/>
          </p:cNvSpPr>
          <p:nvPr>
            <p:ph type="sldNum" sz="quarter" idx="12"/>
          </p:nvPr>
        </p:nvSpPr>
        <p:spPr/>
        <p:txBody>
          <a:bodyPr/>
          <a:lstStyle/>
          <a:p>
            <a:fld id="{89B691D3-0D75-4D60-9228-3EB825D46DD5}" type="slidenum">
              <a:rPr lang="en-US" smtClean="0"/>
              <a:t>‹#›</a:t>
            </a:fld>
            <a:endParaRPr lang="en-US"/>
          </a:p>
        </p:txBody>
      </p:sp>
    </p:spTree>
    <p:extLst>
      <p:ext uri="{BB962C8B-B14F-4D97-AF65-F5344CB8AC3E}">
        <p14:creationId xmlns:p14="http://schemas.microsoft.com/office/powerpoint/2010/main" val="8917813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9874A-12C9-9D67-644B-78D86D123A2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91B60FE-5331-2049-1C73-94E165C8EC70}"/>
              </a:ext>
            </a:extLst>
          </p:cNvPr>
          <p:cNvSpPr>
            <a:spLocks noGrp="1"/>
          </p:cNvSpPr>
          <p:nvPr>
            <p:ph type="dt" sz="half" idx="10"/>
          </p:nvPr>
        </p:nvSpPr>
        <p:spPr/>
        <p:txBody>
          <a:bodyPr/>
          <a:lstStyle/>
          <a:p>
            <a:fld id="{02D1B06E-EE9F-4B1D-9B91-4E35A222B147}" type="datetimeFigureOut">
              <a:rPr lang="en-US" smtClean="0"/>
              <a:t>8/6/2026</a:t>
            </a:fld>
            <a:endParaRPr lang="en-US"/>
          </a:p>
        </p:txBody>
      </p:sp>
      <p:sp>
        <p:nvSpPr>
          <p:cNvPr id="4" name="Footer Placeholder 3">
            <a:extLst>
              <a:ext uri="{FF2B5EF4-FFF2-40B4-BE49-F238E27FC236}">
                <a16:creationId xmlns:a16="http://schemas.microsoft.com/office/drawing/2014/main" id="{058FA423-1C2F-5684-0CEC-0C819BC6A43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F2A7650-6A2A-E810-F0D7-40A052E7476F}"/>
              </a:ext>
            </a:extLst>
          </p:cNvPr>
          <p:cNvSpPr>
            <a:spLocks noGrp="1"/>
          </p:cNvSpPr>
          <p:nvPr>
            <p:ph type="sldNum" sz="quarter" idx="12"/>
          </p:nvPr>
        </p:nvSpPr>
        <p:spPr/>
        <p:txBody>
          <a:bodyPr/>
          <a:lstStyle/>
          <a:p>
            <a:fld id="{89B691D3-0D75-4D60-9228-3EB825D46DD5}" type="slidenum">
              <a:rPr lang="en-US" smtClean="0"/>
              <a:t>‹#›</a:t>
            </a:fld>
            <a:endParaRPr lang="en-US"/>
          </a:p>
        </p:txBody>
      </p:sp>
    </p:spTree>
    <p:extLst>
      <p:ext uri="{BB962C8B-B14F-4D97-AF65-F5344CB8AC3E}">
        <p14:creationId xmlns:p14="http://schemas.microsoft.com/office/powerpoint/2010/main" val="41573375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02F4EEE-91DF-3056-CBAA-211B1C2AC0ED}"/>
              </a:ext>
            </a:extLst>
          </p:cNvPr>
          <p:cNvSpPr>
            <a:spLocks noGrp="1"/>
          </p:cNvSpPr>
          <p:nvPr>
            <p:ph type="dt" sz="half" idx="10"/>
          </p:nvPr>
        </p:nvSpPr>
        <p:spPr/>
        <p:txBody>
          <a:bodyPr/>
          <a:lstStyle/>
          <a:p>
            <a:fld id="{02D1B06E-EE9F-4B1D-9B91-4E35A222B147}" type="datetimeFigureOut">
              <a:rPr lang="en-US" smtClean="0"/>
              <a:t>8/6/2026</a:t>
            </a:fld>
            <a:endParaRPr lang="en-US"/>
          </a:p>
        </p:txBody>
      </p:sp>
      <p:sp>
        <p:nvSpPr>
          <p:cNvPr id="3" name="Footer Placeholder 2">
            <a:extLst>
              <a:ext uri="{FF2B5EF4-FFF2-40B4-BE49-F238E27FC236}">
                <a16:creationId xmlns:a16="http://schemas.microsoft.com/office/drawing/2014/main" id="{A88F9155-FD70-0091-7ABE-0729ABC3B88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F8B93F9-582C-6E7B-11D9-4CFD2E300BDE}"/>
              </a:ext>
            </a:extLst>
          </p:cNvPr>
          <p:cNvSpPr>
            <a:spLocks noGrp="1"/>
          </p:cNvSpPr>
          <p:nvPr>
            <p:ph type="sldNum" sz="quarter" idx="12"/>
          </p:nvPr>
        </p:nvSpPr>
        <p:spPr/>
        <p:txBody>
          <a:bodyPr/>
          <a:lstStyle/>
          <a:p>
            <a:fld id="{89B691D3-0D75-4D60-9228-3EB825D46DD5}" type="slidenum">
              <a:rPr lang="en-US" smtClean="0"/>
              <a:t>‹#›</a:t>
            </a:fld>
            <a:endParaRPr lang="en-US"/>
          </a:p>
        </p:txBody>
      </p:sp>
    </p:spTree>
    <p:extLst>
      <p:ext uri="{BB962C8B-B14F-4D97-AF65-F5344CB8AC3E}">
        <p14:creationId xmlns:p14="http://schemas.microsoft.com/office/powerpoint/2010/main" val="963032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01A55F-FD1D-12A2-F9D1-56729E52579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4933786-4B55-389C-7F34-CB4057E8207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82453DC-EB0C-6A20-2B8C-8C25AFFD3B1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012DD24-988A-25FB-1B14-331F32CD4014}"/>
              </a:ext>
            </a:extLst>
          </p:cNvPr>
          <p:cNvSpPr>
            <a:spLocks noGrp="1"/>
          </p:cNvSpPr>
          <p:nvPr>
            <p:ph type="dt" sz="half" idx="10"/>
          </p:nvPr>
        </p:nvSpPr>
        <p:spPr/>
        <p:txBody>
          <a:bodyPr/>
          <a:lstStyle/>
          <a:p>
            <a:fld id="{02D1B06E-EE9F-4B1D-9B91-4E35A222B147}" type="datetimeFigureOut">
              <a:rPr lang="en-US" smtClean="0"/>
              <a:t>8/6/2026</a:t>
            </a:fld>
            <a:endParaRPr lang="en-US"/>
          </a:p>
        </p:txBody>
      </p:sp>
      <p:sp>
        <p:nvSpPr>
          <p:cNvPr id="6" name="Footer Placeholder 5">
            <a:extLst>
              <a:ext uri="{FF2B5EF4-FFF2-40B4-BE49-F238E27FC236}">
                <a16:creationId xmlns:a16="http://schemas.microsoft.com/office/drawing/2014/main" id="{F302E933-B94D-C5E0-8CCF-73A6CE4E45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BB66831-CB1F-B58A-575C-14AE0C1AACE1}"/>
              </a:ext>
            </a:extLst>
          </p:cNvPr>
          <p:cNvSpPr>
            <a:spLocks noGrp="1"/>
          </p:cNvSpPr>
          <p:nvPr>
            <p:ph type="sldNum" sz="quarter" idx="12"/>
          </p:nvPr>
        </p:nvSpPr>
        <p:spPr/>
        <p:txBody>
          <a:bodyPr/>
          <a:lstStyle/>
          <a:p>
            <a:fld id="{89B691D3-0D75-4D60-9228-3EB825D46DD5}" type="slidenum">
              <a:rPr lang="en-US" smtClean="0"/>
              <a:t>‹#›</a:t>
            </a:fld>
            <a:endParaRPr lang="en-US"/>
          </a:p>
        </p:txBody>
      </p:sp>
    </p:spTree>
    <p:extLst>
      <p:ext uri="{BB962C8B-B14F-4D97-AF65-F5344CB8AC3E}">
        <p14:creationId xmlns:p14="http://schemas.microsoft.com/office/powerpoint/2010/main" val="25050910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3AD39C-F99B-6F25-8366-8C9890F9EED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C10007F-9587-8C33-1A38-C38F274E67E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164832F-6D0E-84AF-63F1-5FA292DA53C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4B23D56-1B07-BB12-94FA-036F446642AA}"/>
              </a:ext>
            </a:extLst>
          </p:cNvPr>
          <p:cNvSpPr>
            <a:spLocks noGrp="1"/>
          </p:cNvSpPr>
          <p:nvPr>
            <p:ph type="dt" sz="half" idx="10"/>
          </p:nvPr>
        </p:nvSpPr>
        <p:spPr/>
        <p:txBody>
          <a:bodyPr/>
          <a:lstStyle/>
          <a:p>
            <a:fld id="{02D1B06E-EE9F-4B1D-9B91-4E35A222B147}" type="datetimeFigureOut">
              <a:rPr lang="en-US" smtClean="0"/>
              <a:t>8/6/2026</a:t>
            </a:fld>
            <a:endParaRPr lang="en-US"/>
          </a:p>
        </p:txBody>
      </p:sp>
      <p:sp>
        <p:nvSpPr>
          <p:cNvPr id="6" name="Footer Placeholder 5">
            <a:extLst>
              <a:ext uri="{FF2B5EF4-FFF2-40B4-BE49-F238E27FC236}">
                <a16:creationId xmlns:a16="http://schemas.microsoft.com/office/drawing/2014/main" id="{29B6FFA6-969F-F7A2-1196-F3306B729FB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ECD9845-F27B-FED7-25A2-F051AA12D3B8}"/>
              </a:ext>
            </a:extLst>
          </p:cNvPr>
          <p:cNvSpPr>
            <a:spLocks noGrp="1"/>
          </p:cNvSpPr>
          <p:nvPr>
            <p:ph type="sldNum" sz="quarter" idx="12"/>
          </p:nvPr>
        </p:nvSpPr>
        <p:spPr/>
        <p:txBody>
          <a:bodyPr/>
          <a:lstStyle/>
          <a:p>
            <a:fld id="{89B691D3-0D75-4D60-9228-3EB825D46DD5}" type="slidenum">
              <a:rPr lang="en-US" smtClean="0"/>
              <a:t>‹#›</a:t>
            </a:fld>
            <a:endParaRPr lang="en-US"/>
          </a:p>
        </p:txBody>
      </p:sp>
    </p:spTree>
    <p:extLst>
      <p:ext uri="{BB962C8B-B14F-4D97-AF65-F5344CB8AC3E}">
        <p14:creationId xmlns:p14="http://schemas.microsoft.com/office/powerpoint/2010/main" val="37393053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BB41A5-5F64-5F01-CDF5-195E6D5AB95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CC7B7A9-B663-92B9-057E-7863BBB8948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E588E1D-AFA7-8CEF-9CF5-1794E70A01A2}"/>
              </a:ext>
            </a:extLst>
          </p:cNvPr>
          <p:cNvSpPr>
            <a:spLocks noGrp="1"/>
          </p:cNvSpPr>
          <p:nvPr>
            <p:ph type="dt" sz="half" idx="10"/>
          </p:nvPr>
        </p:nvSpPr>
        <p:spPr/>
        <p:txBody>
          <a:bodyPr/>
          <a:lstStyle/>
          <a:p>
            <a:fld id="{02D1B06E-EE9F-4B1D-9B91-4E35A222B147}" type="datetimeFigureOut">
              <a:rPr lang="en-US" smtClean="0"/>
              <a:t>8/6/2026</a:t>
            </a:fld>
            <a:endParaRPr lang="en-US"/>
          </a:p>
        </p:txBody>
      </p:sp>
      <p:sp>
        <p:nvSpPr>
          <p:cNvPr id="5" name="Footer Placeholder 4">
            <a:extLst>
              <a:ext uri="{FF2B5EF4-FFF2-40B4-BE49-F238E27FC236}">
                <a16:creationId xmlns:a16="http://schemas.microsoft.com/office/drawing/2014/main" id="{6F9E34BA-C0CA-838D-D3D8-CA59DAECC96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C074AD-9D61-F895-27D3-C1B8005E82D1}"/>
              </a:ext>
            </a:extLst>
          </p:cNvPr>
          <p:cNvSpPr>
            <a:spLocks noGrp="1"/>
          </p:cNvSpPr>
          <p:nvPr>
            <p:ph type="sldNum" sz="quarter" idx="12"/>
          </p:nvPr>
        </p:nvSpPr>
        <p:spPr/>
        <p:txBody>
          <a:bodyPr/>
          <a:lstStyle/>
          <a:p>
            <a:fld id="{89B691D3-0D75-4D60-9228-3EB825D46DD5}" type="slidenum">
              <a:rPr lang="en-US" smtClean="0"/>
              <a:t>‹#›</a:t>
            </a:fld>
            <a:endParaRPr lang="en-US"/>
          </a:p>
        </p:txBody>
      </p:sp>
    </p:spTree>
    <p:extLst>
      <p:ext uri="{BB962C8B-B14F-4D97-AF65-F5344CB8AC3E}">
        <p14:creationId xmlns:p14="http://schemas.microsoft.com/office/powerpoint/2010/main" val="35700402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19C762D-CADE-5794-BF22-E90EEA4F91F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AEFB4B0-938A-9540-5495-71CA47A1C84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BB1801C-D558-3EFB-F01D-914AAB02C06A}"/>
              </a:ext>
            </a:extLst>
          </p:cNvPr>
          <p:cNvSpPr>
            <a:spLocks noGrp="1"/>
          </p:cNvSpPr>
          <p:nvPr>
            <p:ph type="dt" sz="half" idx="10"/>
          </p:nvPr>
        </p:nvSpPr>
        <p:spPr/>
        <p:txBody>
          <a:bodyPr/>
          <a:lstStyle/>
          <a:p>
            <a:fld id="{02D1B06E-EE9F-4B1D-9B91-4E35A222B147}" type="datetimeFigureOut">
              <a:rPr lang="en-US" smtClean="0"/>
              <a:t>8/6/2026</a:t>
            </a:fld>
            <a:endParaRPr lang="en-US"/>
          </a:p>
        </p:txBody>
      </p:sp>
      <p:sp>
        <p:nvSpPr>
          <p:cNvPr id="5" name="Footer Placeholder 4">
            <a:extLst>
              <a:ext uri="{FF2B5EF4-FFF2-40B4-BE49-F238E27FC236}">
                <a16:creationId xmlns:a16="http://schemas.microsoft.com/office/drawing/2014/main" id="{155622E6-C5DC-1AFA-F576-64425AB3BB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51DBF02-D17D-CBB4-9C9A-D1953F3B6D61}"/>
              </a:ext>
            </a:extLst>
          </p:cNvPr>
          <p:cNvSpPr>
            <a:spLocks noGrp="1"/>
          </p:cNvSpPr>
          <p:nvPr>
            <p:ph type="sldNum" sz="quarter" idx="12"/>
          </p:nvPr>
        </p:nvSpPr>
        <p:spPr/>
        <p:txBody>
          <a:bodyPr/>
          <a:lstStyle/>
          <a:p>
            <a:fld id="{89B691D3-0D75-4D60-9228-3EB825D46DD5}" type="slidenum">
              <a:rPr lang="en-US" smtClean="0"/>
              <a:t>‹#›</a:t>
            </a:fld>
            <a:endParaRPr lang="en-US"/>
          </a:p>
        </p:txBody>
      </p:sp>
    </p:spTree>
    <p:extLst>
      <p:ext uri="{BB962C8B-B14F-4D97-AF65-F5344CB8AC3E}">
        <p14:creationId xmlns:p14="http://schemas.microsoft.com/office/powerpoint/2010/main" val="6977271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20C7A15-DF77-8BC1-9226-097815DB3A9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57DB31E-2D02-D5D6-18F1-8D5BD3ED9A6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024AA35-845D-F853-4922-09438C04162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2D1B06E-EE9F-4B1D-9B91-4E35A222B147}" type="datetimeFigureOut">
              <a:rPr lang="en-US" smtClean="0"/>
              <a:t>8/6/2026</a:t>
            </a:fld>
            <a:endParaRPr lang="en-US"/>
          </a:p>
        </p:txBody>
      </p:sp>
      <p:sp>
        <p:nvSpPr>
          <p:cNvPr id="5" name="Footer Placeholder 4">
            <a:extLst>
              <a:ext uri="{FF2B5EF4-FFF2-40B4-BE49-F238E27FC236}">
                <a16:creationId xmlns:a16="http://schemas.microsoft.com/office/drawing/2014/main" id="{4B30531F-73F9-C9D9-0744-034E17B1A6B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D2C32F9-D838-9F25-070E-9AE7C5B8705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9B691D3-0D75-4D60-9228-3EB825D46DD5}" type="slidenum">
              <a:rPr lang="en-US" smtClean="0"/>
              <a:t>‹#›</a:t>
            </a:fld>
            <a:endParaRPr lang="en-US"/>
          </a:p>
        </p:txBody>
      </p:sp>
    </p:spTree>
    <p:extLst>
      <p:ext uri="{BB962C8B-B14F-4D97-AF65-F5344CB8AC3E}">
        <p14:creationId xmlns:p14="http://schemas.microsoft.com/office/powerpoint/2010/main" val="32888732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10.jpeg"/><Relationship Id="rId7" Type="http://schemas.openxmlformats.org/officeDocument/2006/relationships/diagramColors" Target="../diagrams/colors1.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5" name="Rectangle 34">
            <a:extLst>
              <a:ext uri="{FF2B5EF4-FFF2-40B4-BE49-F238E27FC236}">
                <a16:creationId xmlns:a16="http://schemas.microsoft.com/office/drawing/2014/main" id="{657F69E0-C4B0-4BEC-A689-4F8D877F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Picture 23" descr="Illuminated server room panel">
            <a:extLst>
              <a:ext uri="{FF2B5EF4-FFF2-40B4-BE49-F238E27FC236}">
                <a16:creationId xmlns:a16="http://schemas.microsoft.com/office/drawing/2014/main" id="{959288DB-481A-5EB8-7E46-04A778B801E8}"/>
              </a:ext>
            </a:extLst>
          </p:cNvPr>
          <p:cNvPicPr>
            <a:picLocks noChangeAspect="1"/>
          </p:cNvPicPr>
          <p:nvPr/>
        </p:nvPicPr>
        <p:blipFill>
          <a:blip r:embed="rId3">
            <a:alphaModFix amt="50000"/>
          </a:blip>
          <a:srcRect t="15709" r="-1" b="-1"/>
          <a:stretch>
            <a:fillRect/>
          </a:stretch>
        </p:blipFill>
        <p:spPr>
          <a:xfrm>
            <a:off x="20" y="10"/>
            <a:ext cx="12188930" cy="6857990"/>
          </a:xfrm>
          <a:prstGeom prst="rect">
            <a:avLst/>
          </a:prstGeom>
        </p:spPr>
      </p:pic>
      <p:sp>
        <p:nvSpPr>
          <p:cNvPr id="2" name="Title 1">
            <a:extLst>
              <a:ext uri="{FF2B5EF4-FFF2-40B4-BE49-F238E27FC236}">
                <a16:creationId xmlns:a16="http://schemas.microsoft.com/office/drawing/2014/main" id="{1D4CFA8F-6E1E-2853-6D5F-E7352FE0C29A}"/>
              </a:ext>
            </a:extLst>
          </p:cNvPr>
          <p:cNvSpPr>
            <a:spLocks noGrp="1"/>
          </p:cNvSpPr>
          <p:nvPr>
            <p:ph type="ctrTitle"/>
          </p:nvPr>
        </p:nvSpPr>
        <p:spPr>
          <a:xfrm>
            <a:off x="585216" y="1122363"/>
            <a:ext cx="10863072" cy="3063240"/>
          </a:xfrm>
        </p:spPr>
        <p:txBody>
          <a:bodyPr>
            <a:normAutofit/>
          </a:bodyPr>
          <a:lstStyle/>
          <a:p>
            <a:r>
              <a:rPr lang="en-US" sz="6600" dirty="0">
                <a:solidFill>
                  <a:schemeClr val="bg1"/>
                </a:solidFill>
              </a:rPr>
              <a:t>Supply Chain Data Analytics Capstone</a:t>
            </a:r>
          </a:p>
        </p:txBody>
      </p:sp>
      <p:sp>
        <p:nvSpPr>
          <p:cNvPr id="3" name="Subtitle 2">
            <a:extLst>
              <a:ext uri="{FF2B5EF4-FFF2-40B4-BE49-F238E27FC236}">
                <a16:creationId xmlns:a16="http://schemas.microsoft.com/office/drawing/2014/main" id="{B32A6386-319F-3A2F-8AF9-C8E1B923455D}"/>
              </a:ext>
            </a:extLst>
          </p:cNvPr>
          <p:cNvSpPr>
            <a:spLocks noGrp="1"/>
          </p:cNvSpPr>
          <p:nvPr>
            <p:ph type="subTitle" idx="1"/>
          </p:nvPr>
        </p:nvSpPr>
        <p:spPr>
          <a:xfrm>
            <a:off x="1527048" y="4599432"/>
            <a:ext cx="9144000" cy="1536192"/>
          </a:xfrm>
        </p:spPr>
        <p:txBody>
          <a:bodyPr>
            <a:normAutofit/>
          </a:bodyPr>
          <a:lstStyle/>
          <a:p>
            <a:r>
              <a:rPr lang="en-US">
                <a:solidFill>
                  <a:schemeClr val="bg1"/>
                </a:solidFill>
              </a:rPr>
              <a:t>Rutgers University Data Analytics Bootcamp</a:t>
            </a:r>
          </a:p>
          <a:p>
            <a:r>
              <a:rPr lang="en-US">
                <a:solidFill>
                  <a:schemeClr val="bg1"/>
                </a:solidFill>
              </a:rPr>
              <a:t>Isabel Tavares</a:t>
            </a:r>
          </a:p>
        </p:txBody>
      </p:sp>
      <p:sp>
        <p:nvSpPr>
          <p:cNvPr id="37" name="sketchy line">
            <a:extLst>
              <a:ext uri="{FF2B5EF4-FFF2-40B4-BE49-F238E27FC236}">
                <a16:creationId xmlns:a16="http://schemas.microsoft.com/office/drawing/2014/main" id="{9F6380B4-6A1C-481E-8408-B4E6C75B9B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4206" y="4368623"/>
            <a:ext cx="4243589" cy="18288"/>
          </a:xfrm>
          <a:custGeom>
            <a:avLst/>
            <a:gdLst>
              <a:gd name="csX0" fmla="*/ 0 w 4243589"/>
              <a:gd name="csY0" fmla="*/ 0 h 18288"/>
              <a:gd name="csX1" fmla="*/ 478919 w 4243589"/>
              <a:gd name="csY1" fmla="*/ 0 h 18288"/>
              <a:gd name="csX2" fmla="*/ 957839 w 4243589"/>
              <a:gd name="csY2" fmla="*/ 0 h 18288"/>
              <a:gd name="csX3" fmla="*/ 1521630 w 4243589"/>
              <a:gd name="csY3" fmla="*/ 0 h 18288"/>
              <a:gd name="csX4" fmla="*/ 2212729 w 4243589"/>
              <a:gd name="csY4" fmla="*/ 0 h 18288"/>
              <a:gd name="csX5" fmla="*/ 2734084 w 4243589"/>
              <a:gd name="csY5" fmla="*/ 0 h 18288"/>
              <a:gd name="csX6" fmla="*/ 3255439 w 4243589"/>
              <a:gd name="csY6" fmla="*/ 0 h 18288"/>
              <a:gd name="csX7" fmla="*/ 4243589 w 4243589"/>
              <a:gd name="csY7" fmla="*/ 0 h 18288"/>
              <a:gd name="csX8" fmla="*/ 4243589 w 4243589"/>
              <a:gd name="csY8" fmla="*/ 18288 h 18288"/>
              <a:gd name="csX9" fmla="*/ 3594926 w 4243589"/>
              <a:gd name="csY9" fmla="*/ 18288 h 18288"/>
              <a:gd name="csX10" fmla="*/ 3073571 w 4243589"/>
              <a:gd name="csY10" fmla="*/ 18288 h 18288"/>
              <a:gd name="csX11" fmla="*/ 2552216 w 4243589"/>
              <a:gd name="csY11" fmla="*/ 18288 h 18288"/>
              <a:gd name="csX12" fmla="*/ 1903553 w 4243589"/>
              <a:gd name="csY12" fmla="*/ 18288 h 18288"/>
              <a:gd name="csX13" fmla="*/ 1212454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rgbClr val="FFFFFF">
              <a:alpha val="75000"/>
            </a:srgbClr>
          </a:solidFill>
          <a:ln w="44450" cap="rnd">
            <a:solidFill>
              <a:schemeClr val="bg1">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002594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2000"/>
                                  </p:stCondLst>
                                  <p:iterate type="lt">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4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78DF27-EC0D-5255-4157-578DBCB00C60}"/>
              </a:ext>
            </a:extLst>
          </p:cNvPr>
          <p:cNvSpPr>
            <a:spLocks noGrp="1"/>
          </p:cNvSpPr>
          <p:nvPr>
            <p:ph type="title"/>
          </p:nvPr>
        </p:nvSpPr>
        <p:spPr>
          <a:xfrm>
            <a:off x="279206" y="404848"/>
            <a:ext cx="6204894" cy="2114651"/>
          </a:xfrm>
        </p:spPr>
        <p:txBody>
          <a:bodyPr anchor="t">
            <a:normAutofit/>
          </a:bodyPr>
          <a:lstStyle/>
          <a:p>
            <a:pPr algn="ctr"/>
            <a:r>
              <a:rPr lang="en-US" sz="3200" b="1" dirty="0"/>
              <a:t>Business Problem &amp; Objectives</a:t>
            </a:r>
          </a:p>
        </p:txBody>
      </p:sp>
      <p:cxnSp>
        <p:nvCxnSpPr>
          <p:cNvPr id="10" name="Straight Connector 9">
            <a:extLst>
              <a:ext uri="{FF2B5EF4-FFF2-40B4-BE49-F238E27FC236}">
                <a16:creationId xmlns:a16="http://schemas.microsoft.com/office/drawing/2014/main" id="{FC23E3B9-5ABF-58B3-E2B0-E9A5DAA900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5140"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0AF60575-BA7B-1249-B082-F3BB6C4B6386}"/>
              </a:ext>
            </a:extLst>
          </p:cNvPr>
          <p:cNvSpPr>
            <a:spLocks noGrp="1"/>
          </p:cNvSpPr>
          <p:nvPr>
            <p:ph idx="1"/>
          </p:nvPr>
        </p:nvSpPr>
        <p:spPr>
          <a:xfrm>
            <a:off x="279206" y="1165696"/>
            <a:ext cx="6859261" cy="5692305"/>
          </a:xfrm>
        </p:spPr>
        <p:txBody>
          <a:bodyPr>
            <a:normAutofit/>
          </a:bodyPr>
          <a:lstStyle/>
          <a:p>
            <a:pPr marL="0" indent="0">
              <a:buNone/>
            </a:pPr>
            <a:r>
              <a:rPr lang="en-US" sz="1800" b="1" dirty="0">
                <a:solidFill>
                  <a:schemeClr val="accent1"/>
                </a:solidFill>
              </a:rPr>
              <a:t>Business Challenge</a:t>
            </a:r>
          </a:p>
          <a:p>
            <a:pPr marL="0" indent="0">
              <a:buNone/>
            </a:pPr>
            <a:r>
              <a:rPr lang="en-US" sz="1800" dirty="0"/>
              <a:t>Supply chain organizations generate large amounts of operational data every day. However, without proper analysis, valuable information remains hidden, making it difficult for managers to optimize inventory, improve logistics, monitor quality, and increase profitability.</a:t>
            </a:r>
          </a:p>
          <a:p>
            <a:pPr marL="0" indent="0">
              <a:buNone/>
            </a:pPr>
            <a:r>
              <a:rPr lang="en-US" sz="1800" b="1" dirty="0">
                <a:solidFill>
                  <a:schemeClr val="accent1"/>
                </a:solidFill>
              </a:rPr>
              <a:t>Project Objectives</a:t>
            </a:r>
          </a:p>
          <a:p>
            <a:pPr marL="0" indent="0">
              <a:buNone/>
            </a:pPr>
            <a:r>
              <a:rPr lang="en-US" sz="1800" dirty="0"/>
              <a:t>This project answers fourteen business questions designed to identify:</a:t>
            </a:r>
          </a:p>
          <a:p>
            <a:pPr marL="0" indent="0">
              <a:buNone/>
            </a:pPr>
            <a:r>
              <a:rPr lang="en-US" sz="1800" dirty="0">
                <a:solidFill>
                  <a:schemeClr val="accent1"/>
                </a:solidFill>
              </a:rPr>
              <a:t>•</a:t>
            </a:r>
            <a:r>
              <a:rPr lang="en-US" sz="1800" dirty="0"/>
              <a:t> Which products perform best</a:t>
            </a:r>
          </a:p>
          <a:p>
            <a:pPr marL="0" indent="0">
              <a:buNone/>
            </a:pPr>
            <a:r>
              <a:rPr lang="en-US" sz="1800" dirty="0">
                <a:solidFill>
                  <a:schemeClr val="accent1"/>
                </a:solidFill>
              </a:rPr>
              <a:t>•</a:t>
            </a:r>
            <a:r>
              <a:rPr lang="en-US" sz="1800" dirty="0"/>
              <a:t> Which customer groups generate the most revenue</a:t>
            </a:r>
          </a:p>
          <a:p>
            <a:pPr marL="0" indent="0">
              <a:buNone/>
            </a:pPr>
            <a:r>
              <a:rPr lang="en-US" sz="1800" dirty="0">
                <a:solidFill>
                  <a:schemeClr val="accent1"/>
                </a:solidFill>
              </a:rPr>
              <a:t>•</a:t>
            </a:r>
            <a:r>
              <a:rPr lang="en-US" sz="1800" dirty="0"/>
              <a:t> Which suppliers operate most efficiently</a:t>
            </a:r>
          </a:p>
          <a:p>
            <a:pPr marL="0" indent="0">
              <a:buNone/>
            </a:pPr>
            <a:r>
              <a:rPr lang="en-US" sz="1800" dirty="0">
                <a:solidFill>
                  <a:schemeClr val="accent1"/>
                </a:solidFill>
              </a:rPr>
              <a:t>•</a:t>
            </a:r>
            <a:r>
              <a:rPr lang="en-US" sz="1800" dirty="0"/>
              <a:t> Which transportation methods minimize costs</a:t>
            </a:r>
          </a:p>
          <a:p>
            <a:pPr marL="0" indent="0">
              <a:buNone/>
            </a:pPr>
            <a:r>
              <a:rPr lang="en-US" sz="1800" dirty="0">
                <a:solidFill>
                  <a:schemeClr val="accent1"/>
                </a:solidFill>
              </a:rPr>
              <a:t>•</a:t>
            </a:r>
            <a:r>
              <a:rPr lang="en-US" sz="1800" dirty="0"/>
              <a:t> Which quality issues require attention</a:t>
            </a:r>
          </a:p>
          <a:p>
            <a:pPr marL="0" indent="0">
              <a:buNone/>
            </a:pPr>
            <a:r>
              <a:rPr lang="en-US" sz="1800" dirty="0">
                <a:solidFill>
                  <a:schemeClr val="accent1"/>
                </a:solidFill>
              </a:rPr>
              <a:t>•</a:t>
            </a:r>
            <a:r>
              <a:rPr lang="en-US" sz="1800" dirty="0"/>
              <a:t> Whether inventory levels align with product demand</a:t>
            </a:r>
          </a:p>
          <a:p>
            <a:endParaRPr lang="en-US" sz="1300" dirty="0"/>
          </a:p>
        </p:txBody>
      </p:sp>
      <p:sp>
        <p:nvSpPr>
          <p:cNvPr id="12" name="Rectangle 11">
            <a:extLst>
              <a:ext uri="{FF2B5EF4-FFF2-40B4-BE49-F238E27FC236}">
                <a16:creationId xmlns:a16="http://schemas.microsoft.com/office/drawing/2014/main" id="{DF8BC164-E230-753F-2C7E-B4EE7BA77C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8086" y="0"/>
            <a:ext cx="4803913" cy="6858000"/>
          </a:xfrm>
          <a:prstGeom prst="rect">
            <a:avLst/>
          </a:prstGeom>
          <a:solidFill>
            <a:schemeClr val="bg1">
              <a:lumMod val="95000"/>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descr="Hierarchy">
            <a:extLst>
              <a:ext uri="{FF2B5EF4-FFF2-40B4-BE49-F238E27FC236}">
                <a16:creationId xmlns:a16="http://schemas.microsoft.com/office/drawing/2014/main" id="{ED45B580-2123-46B8-F1E4-70BCFFFEEB1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024191" y="1700246"/>
            <a:ext cx="3452192" cy="3452192"/>
          </a:xfrm>
          <a:prstGeom prst="rect">
            <a:avLst/>
          </a:prstGeom>
        </p:spPr>
      </p:pic>
    </p:spTree>
    <p:extLst>
      <p:ext uri="{BB962C8B-B14F-4D97-AF65-F5344CB8AC3E}">
        <p14:creationId xmlns:p14="http://schemas.microsoft.com/office/powerpoint/2010/main" val="31134615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EBBC156-A653-E680-EDBD-8AB96B6C76E8}"/>
              </a:ext>
            </a:extLst>
          </p:cNvPr>
          <p:cNvSpPr>
            <a:spLocks noGrp="1"/>
          </p:cNvSpPr>
          <p:nvPr>
            <p:ph type="title"/>
          </p:nvPr>
        </p:nvSpPr>
        <p:spPr>
          <a:xfrm>
            <a:off x="5585885" y="422751"/>
            <a:ext cx="6308156" cy="310896"/>
          </a:xfrm>
        </p:spPr>
        <p:txBody>
          <a:bodyPr vert="horz" lIns="91440" tIns="45720" rIns="91440" bIns="45720" rtlCol="0" anchor="b">
            <a:normAutofit fontScale="90000"/>
          </a:bodyPr>
          <a:lstStyle/>
          <a:p>
            <a:r>
              <a:rPr lang="en-US" sz="3600" b="1" dirty="0"/>
              <a:t>Data Preparation &amp; Methodology</a:t>
            </a:r>
            <a:endParaRPr lang="en-US" sz="3600" b="1" kern="1200" dirty="0">
              <a:solidFill>
                <a:schemeClr val="tx1"/>
              </a:solidFill>
              <a:latin typeface="+mj-lt"/>
              <a:ea typeface="+mj-ea"/>
              <a:cs typeface="+mj-cs"/>
            </a:endParaRPr>
          </a:p>
        </p:txBody>
      </p:sp>
      <p:pic>
        <p:nvPicPr>
          <p:cNvPr id="4" name="Content Placeholder 3">
            <a:extLst>
              <a:ext uri="{FF2B5EF4-FFF2-40B4-BE49-F238E27FC236}">
                <a16:creationId xmlns:a16="http://schemas.microsoft.com/office/drawing/2014/main" id="{9818D282-91A7-4214-AB9C-9A47AB2687B6}"/>
              </a:ext>
            </a:extLst>
          </p:cNvPr>
          <p:cNvPicPr>
            <a:picLocks noGrp="1" noChangeAspect="1"/>
          </p:cNvPicPr>
          <p:nvPr>
            <p:ph idx="1"/>
          </p:nvPr>
        </p:nvPicPr>
        <p:blipFill>
          <a:blip r:embed="rId3"/>
          <a:srcRect l="30276" r="23542" b="-1"/>
          <a:stretch>
            <a:fillRect/>
          </a:stretch>
        </p:blipFill>
        <p:spPr>
          <a:xfrm>
            <a:off x="20" y="10"/>
            <a:ext cx="4910308" cy="6857990"/>
          </a:xfrm>
          <a:prstGeom prst="rect">
            <a:avLst/>
          </a:prstGeom>
        </p:spPr>
      </p:pic>
      <p:sp>
        <p:nvSpPr>
          <p:cNvPr id="5" name="TextBox 4">
            <a:extLst>
              <a:ext uri="{FF2B5EF4-FFF2-40B4-BE49-F238E27FC236}">
                <a16:creationId xmlns:a16="http://schemas.microsoft.com/office/drawing/2014/main" id="{23A7F5DF-74E4-4EB5-9239-EDDD121A6284}"/>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231219" y="809698"/>
            <a:ext cx="6783572" cy="5867549"/>
          </a:xfrm>
          <a:prstGeom prst="rect">
            <a:avLst/>
          </a:prstGeom>
        </p:spPr>
        <p:txBody>
          <a:bodyPr>
            <a:normAutofit fontScale="92500" lnSpcReduction="10000"/>
          </a:bodyPr>
          <a:lstStyle/>
          <a:p>
            <a:pPr algn="ctr"/>
            <a:r>
              <a:rPr lang="en-US" sz="1900" b="1" dirty="0">
                <a:solidFill>
                  <a:schemeClr val="accent1"/>
                </a:solidFill>
              </a:rPr>
              <a:t>Step 1 – Understanding the Dataset</a:t>
            </a:r>
          </a:p>
          <a:p>
            <a:r>
              <a:rPr lang="en-US" sz="1900" dirty="0"/>
              <a:t>The dataset included information about:</a:t>
            </a:r>
          </a:p>
          <a:p>
            <a:pPr marL="342900" indent="-342900">
              <a:buFont typeface="Wingdings" panose="05000000000000000000" pitchFamily="2" charset="2"/>
              <a:buChar char="§"/>
            </a:pPr>
            <a:r>
              <a:rPr lang="en-US" sz="1900" dirty="0"/>
              <a:t>Products </a:t>
            </a:r>
          </a:p>
          <a:p>
            <a:pPr marL="342900" indent="-342900">
              <a:buFont typeface="Wingdings" panose="05000000000000000000" pitchFamily="2" charset="2"/>
              <a:buChar char="§"/>
            </a:pPr>
            <a:r>
              <a:rPr lang="en-US" sz="1900" dirty="0"/>
              <a:t>Suppliers </a:t>
            </a:r>
          </a:p>
          <a:p>
            <a:pPr marL="342900" indent="-342900">
              <a:buFont typeface="Wingdings" panose="05000000000000000000" pitchFamily="2" charset="2"/>
              <a:buChar char="§"/>
            </a:pPr>
            <a:r>
              <a:rPr lang="en-US" sz="1900" dirty="0"/>
              <a:t>Transportation </a:t>
            </a:r>
          </a:p>
          <a:p>
            <a:pPr marL="342900" indent="-342900">
              <a:buFont typeface="Wingdings" panose="05000000000000000000" pitchFamily="2" charset="2"/>
              <a:buChar char="§"/>
            </a:pPr>
            <a:r>
              <a:rPr lang="en-US" sz="1900" dirty="0"/>
              <a:t>Shipping </a:t>
            </a:r>
          </a:p>
          <a:p>
            <a:pPr marL="342900" indent="-342900">
              <a:buFont typeface="Wingdings" panose="05000000000000000000" pitchFamily="2" charset="2"/>
              <a:buChar char="§"/>
            </a:pPr>
            <a:r>
              <a:rPr lang="en-US" sz="1900" dirty="0"/>
              <a:t>Inventory </a:t>
            </a:r>
          </a:p>
          <a:p>
            <a:pPr marL="342900" indent="-342900">
              <a:buFont typeface="Wingdings" panose="05000000000000000000" pitchFamily="2" charset="2"/>
              <a:buChar char="§"/>
            </a:pPr>
            <a:r>
              <a:rPr lang="en-US" sz="1900" dirty="0"/>
              <a:t>Customer demographics </a:t>
            </a:r>
          </a:p>
          <a:p>
            <a:pPr marL="342900" indent="-342900">
              <a:buFont typeface="Wingdings" panose="05000000000000000000" pitchFamily="2" charset="2"/>
              <a:buChar char="§"/>
            </a:pPr>
            <a:r>
              <a:rPr lang="en-US" sz="1900" dirty="0"/>
              <a:t>Product inspections </a:t>
            </a:r>
          </a:p>
          <a:p>
            <a:pPr marL="342900" indent="-342900">
              <a:buFont typeface="Wingdings" panose="05000000000000000000" pitchFamily="2" charset="2"/>
              <a:buChar char="§"/>
            </a:pPr>
            <a:r>
              <a:rPr lang="en-US" sz="1900" dirty="0"/>
              <a:t>Revenue </a:t>
            </a:r>
          </a:p>
          <a:p>
            <a:pPr algn="ctr"/>
            <a:r>
              <a:rPr lang="en-US" sz="1900" b="1" dirty="0">
                <a:solidFill>
                  <a:schemeClr val="accent1"/>
                </a:solidFill>
              </a:rPr>
              <a:t>Step 2 – Data Cleaning</a:t>
            </a:r>
          </a:p>
          <a:p>
            <a:r>
              <a:rPr lang="en-US" sz="1900" dirty="0"/>
              <a:t>The data was reviewed for:</a:t>
            </a:r>
          </a:p>
          <a:p>
            <a:pPr marL="342900" indent="-342900">
              <a:buFont typeface="Wingdings" panose="05000000000000000000" pitchFamily="2" charset="2"/>
              <a:buChar char="ü"/>
            </a:pPr>
            <a:r>
              <a:rPr lang="en-US" sz="1900" dirty="0"/>
              <a:t>Missing values</a:t>
            </a:r>
          </a:p>
          <a:p>
            <a:pPr marL="342900" indent="-342900">
              <a:buFont typeface="Wingdings" panose="05000000000000000000" pitchFamily="2" charset="2"/>
              <a:buChar char="ü"/>
            </a:pPr>
            <a:r>
              <a:rPr lang="en-US" sz="1900" dirty="0"/>
              <a:t>Duplicate records</a:t>
            </a:r>
          </a:p>
          <a:p>
            <a:pPr marL="342900" indent="-342900">
              <a:buFont typeface="Wingdings" panose="05000000000000000000" pitchFamily="2" charset="2"/>
              <a:buChar char="ü"/>
            </a:pPr>
            <a:r>
              <a:rPr lang="en-US" sz="1900" dirty="0"/>
              <a:t>Data type inconsistencies</a:t>
            </a:r>
          </a:p>
          <a:p>
            <a:pPr marL="342900" indent="-342900">
              <a:buFont typeface="Wingdings" panose="05000000000000000000" pitchFamily="2" charset="2"/>
              <a:buChar char="ü"/>
            </a:pPr>
            <a:r>
              <a:rPr lang="en-US" sz="1900" dirty="0"/>
              <a:t>Currency formatting</a:t>
            </a:r>
          </a:p>
          <a:p>
            <a:pPr marL="342900" indent="-342900">
              <a:buFont typeface="Wingdings" panose="05000000000000000000" pitchFamily="2" charset="2"/>
              <a:buChar char="ü"/>
            </a:pPr>
            <a:r>
              <a:rPr lang="en-US" sz="1900" dirty="0"/>
              <a:t>Numerical conversion</a:t>
            </a:r>
          </a:p>
          <a:p>
            <a:pPr marL="342900" indent="-342900">
              <a:buFont typeface="Wingdings" panose="05000000000000000000" pitchFamily="2" charset="2"/>
              <a:buChar char="ü"/>
            </a:pPr>
            <a:r>
              <a:rPr lang="en-US" sz="1900" dirty="0"/>
              <a:t>Category consistency</a:t>
            </a:r>
          </a:p>
          <a:p>
            <a:pPr algn="ctr"/>
            <a:r>
              <a:rPr lang="en-US" sz="1900" b="1" dirty="0">
                <a:solidFill>
                  <a:schemeClr val="accent1"/>
                </a:solidFill>
              </a:rPr>
              <a:t>Step 3 – SQL Analysis</a:t>
            </a:r>
          </a:p>
          <a:p>
            <a:r>
              <a:rPr lang="en-US" sz="1900" dirty="0"/>
              <a:t>SQLite was used to answer fourteen business questions.</a:t>
            </a:r>
          </a:p>
          <a:p>
            <a:pPr algn="ctr"/>
            <a:r>
              <a:rPr lang="en-US" sz="1900" b="1" dirty="0">
                <a:solidFill>
                  <a:schemeClr val="accent1"/>
                </a:solidFill>
              </a:rPr>
              <a:t>Step 4 – Tableau Visualization</a:t>
            </a:r>
          </a:p>
          <a:p>
            <a:r>
              <a:rPr lang="en-US" sz="1900" dirty="0"/>
              <a:t>The SQL results were transformed into interactive dashboards</a:t>
            </a:r>
            <a:r>
              <a:rPr lang="en-US" dirty="0"/>
              <a:t>.</a:t>
            </a:r>
          </a:p>
          <a:p>
            <a:pPr marL="0" lvl="1" indent="0">
              <a:spcAft>
                <a:spcPts val="600"/>
              </a:spcAft>
              <a:buFont typeface="Arial" panose="020B0604020202020204" pitchFamily="34" charset="0"/>
              <a:buNone/>
            </a:pPr>
            <a:endParaRPr lang="en-US" sz="1400" dirty="0"/>
          </a:p>
          <a:p>
            <a:pPr marL="0" lvl="1" indent="0">
              <a:spcAft>
                <a:spcPts val="600"/>
              </a:spcAft>
              <a:buFont typeface="Arial" panose="020B0604020202020204" pitchFamily="34" charset="0"/>
              <a:buNone/>
            </a:pPr>
            <a:endParaRPr lang="en-US" sz="1400" dirty="0"/>
          </a:p>
          <a:p>
            <a:pPr marL="0" lvl="1" indent="0">
              <a:spcAft>
                <a:spcPts val="600"/>
              </a:spcAft>
              <a:buFont typeface="Arial" panose="020B0604020202020204" pitchFamily="34" charset="0"/>
              <a:buNone/>
            </a:pPr>
            <a:endParaRPr lang="en-US" sz="1400" dirty="0"/>
          </a:p>
        </p:txBody>
      </p:sp>
    </p:spTree>
    <p:extLst>
      <p:ext uri="{BB962C8B-B14F-4D97-AF65-F5344CB8AC3E}">
        <p14:creationId xmlns:p14="http://schemas.microsoft.com/office/powerpoint/2010/main" val="7535479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93E1E4F-0075-332F-6A44-5B781F4CA0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The image depicts a sequential process of data analysis, starting with raw data and culminating in actionable insights, including data cleaning, querying, validation, and visualization using tools like SQL, Tableau, and Excel.&#10;&#10;AI-generated content may be incorrect.">
            <a:extLst>
              <a:ext uri="{FF2B5EF4-FFF2-40B4-BE49-F238E27FC236}">
                <a16:creationId xmlns:a16="http://schemas.microsoft.com/office/drawing/2014/main" id="{6D578774-CA2D-C8C5-56D6-B5E714D341D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39" y="0"/>
            <a:ext cx="12185522" cy="6858000"/>
          </a:xfrm>
          <a:prstGeom prst="rect">
            <a:avLst/>
          </a:prstGeom>
        </p:spPr>
      </p:pic>
    </p:spTree>
    <p:extLst>
      <p:ext uri="{BB962C8B-B14F-4D97-AF65-F5344CB8AC3E}">
        <p14:creationId xmlns:p14="http://schemas.microsoft.com/office/powerpoint/2010/main" val="1052232993"/>
      </p:ext>
    </p:extLst>
  </p:cSld>
  <p:clrMapOvr>
    <a:overrideClrMapping bg1="dk1" tx1="lt1" bg2="dk2" tx2="lt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E7B2D4E-C664-01F1-7BDB-EF3B7BF127C1}"/>
            </a:ext>
          </a:extLst>
        </p:cNvPr>
        <p:cNvGrpSpPr/>
        <p:nvPr/>
      </p:nvGrpSpPr>
      <p:grpSpPr>
        <a:xfrm>
          <a:off x="0" y="0"/>
          <a:ext cx="0" cy="0"/>
          <a:chOff x="0" y="0"/>
          <a:chExt cx="0" cy="0"/>
        </a:xfrm>
      </p:grpSpPr>
      <p:pic>
        <p:nvPicPr>
          <p:cNvPr id="14" name="Picture 13" descr="The dashboard displays sales and revenue data for various cosmetic and haircare products, highlighting skincare as the top performer and customer demographics indicating unknown customers as the largest revenue source.&#10;&#10;AI-generated content may be incorrect.">
            <a:extLst>
              <a:ext uri="{FF2B5EF4-FFF2-40B4-BE49-F238E27FC236}">
                <a16:creationId xmlns:a16="http://schemas.microsoft.com/office/drawing/2014/main" id="{717146E8-9C8D-BB2B-89C9-E728E3C3467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4791" y="0"/>
            <a:ext cx="11057860" cy="6858000"/>
          </a:xfrm>
          <a:prstGeom prst="rect">
            <a:avLst/>
          </a:prstGeom>
        </p:spPr>
      </p:pic>
    </p:spTree>
    <p:extLst>
      <p:ext uri="{BB962C8B-B14F-4D97-AF65-F5344CB8AC3E}">
        <p14:creationId xmlns:p14="http://schemas.microsoft.com/office/powerpoint/2010/main" val="18376264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descr="The image displays a supply chain efficiency dashboard, highlighting Supplier 5's longest manufacturing lead time, and comparing shipping costs and delivery times for various carriers.&#10;&#10;AI-generated content may be incorrect.">
            <a:extLst>
              <a:ext uri="{FF2B5EF4-FFF2-40B4-BE49-F238E27FC236}">
                <a16:creationId xmlns:a16="http://schemas.microsoft.com/office/drawing/2014/main" id="{3DC5616D-A5DF-C1AD-CD20-C48191636090}"/>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40242" y="0"/>
            <a:ext cx="11355571" cy="6858000"/>
          </a:xfrm>
          <a:prstGeom prst="rect">
            <a:avLst/>
          </a:prstGeom>
        </p:spPr>
      </p:pic>
    </p:spTree>
    <p:extLst>
      <p:ext uri="{BB962C8B-B14F-4D97-AF65-F5344CB8AC3E}">
        <p14:creationId xmlns:p14="http://schemas.microsoft.com/office/powerpoint/2010/main" val="33782684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D9F6C37-A0B0-72AB-EF12-5CFFC1309EC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4205" y="0"/>
            <a:ext cx="11491784" cy="6858000"/>
          </a:xfrm>
          <a:prstGeom prst="rect">
            <a:avLst/>
          </a:prstGeom>
        </p:spPr>
      </p:pic>
    </p:spTree>
    <p:extLst>
      <p:ext uri="{BB962C8B-B14F-4D97-AF65-F5344CB8AC3E}">
        <p14:creationId xmlns:p14="http://schemas.microsoft.com/office/powerpoint/2010/main" val="26537601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CC3B181-BC72-BA3A-414D-EE7A72BE0AF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8347" y="0"/>
            <a:ext cx="11430000" cy="6858000"/>
          </a:xfrm>
          <a:prstGeom prst="rect">
            <a:avLst/>
          </a:prstGeom>
        </p:spPr>
      </p:pic>
    </p:spTree>
    <p:extLst>
      <p:ext uri="{BB962C8B-B14F-4D97-AF65-F5344CB8AC3E}">
        <p14:creationId xmlns:p14="http://schemas.microsoft.com/office/powerpoint/2010/main" val="23603806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a:extLst>
              <a:ext uri="{FF2B5EF4-FFF2-40B4-BE49-F238E27FC236}">
                <a16:creationId xmlns:a16="http://schemas.microsoft.com/office/drawing/2014/main" id="{362810D9-2C5A-477D-949C-C191895477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467"/>
            <a:ext cx="12191999" cy="6866467"/>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0BE2DE5F-AD29-227F-B575-BB9BD0B7D257}"/>
              </a:ext>
            </a:extLst>
          </p:cNvPr>
          <p:cNvPicPr>
            <a:picLocks noChangeAspect="1"/>
          </p:cNvPicPr>
          <p:nvPr/>
        </p:nvPicPr>
        <p:blipFill>
          <a:blip r:embed="rId3">
            <a:alphaModFix amt="55000"/>
          </a:blip>
          <a:srcRect/>
          <a:stretch>
            <a:fillRect/>
          </a:stretch>
        </p:blipFill>
        <p:spPr>
          <a:xfrm>
            <a:off x="20" y="-9107"/>
            <a:ext cx="12191980" cy="6858000"/>
          </a:xfrm>
          <a:prstGeom prst="rect">
            <a:avLst/>
          </a:prstGeom>
        </p:spPr>
      </p:pic>
      <p:sp>
        <p:nvSpPr>
          <p:cNvPr id="2" name="Title 1">
            <a:extLst>
              <a:ext uri="{FF2B5EF4-FFF2-40B4-BE49-F238E27FC236}">
                <a16:creationId xmlns:a16="http://schemas.microsoft.com/office/drawing/2014/main" id="{1AC5EE16-83AF-1C1F-410D-E1BC9600540C}"/>
              </a:ext>
            </a:extLst>
          </p:cNvPr>
          <p:cNvSpPr>
            <a:spLocks noGrp="1"/>
          </p:cNvSpPr>
          <p:nvPr>
            <p:ph type="title"/>
          </p:nvPr>
        </p:nvSpPr>
        <p:spPr>
          <a:xfrm>
            <a:off x="686834" y="591344"/>
            <a:ext cx="3200400" cy="5585619"/>
          </a:xfrm>
        </p:spPr>
        <p:txBody>
          <a:bodyPr>
            <a:normAutofit/>
          </a:bodyPr>
          <a:lstStyle/>
          <a:p>
            <a:r>
              <a:rPr lang="en-US" sz="2800" b="1" dirty="0">
                <a:solidFill>
                  <a:srgbClr val="FFFFFF"/>
                </a:solidFill>
              </a:rPr>
              <a:t>Business Recommendations</a:t>
            </a:r>
          </a:p>
        </p:txBody>
      </p:sp>
      <p:sp>
        <p:nvSpPr>
          <p:cNvPr id="11" name="Arc 10">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17F211A6-F3B8-8292-ED77-818EB5DC4F7A}"/>
              </a:ext>
            </a:extLst>
          </p:cNvPr>
          <p:cNvSpPr>
            <a:spLocks noGrp="1"/>
          </p:cNvSpPr>
          <p:nvPr>
            <p:ph idx="1"/>
          </p:nvPr>
        </p:nvSpPr>
        <p:spPr>
          <a:xfrm>
            <a:off x="3887234" y="319088"/>
            <a:ext cx="7746601" cy="6219824"/>
          </a:xfrm>
        </p:spPr>
        <p:txBody>
          <a:bodyPr anchor="ctr">
            <a:normAutofit/>
          </a:bodyPr>
          <a:lstStyle/>
          <a:p>
            <a:pPr marL="0" indent="0">
              <a:buNone/>
            </a:pPr>
            <a:r>
              <a:rPr lang="en-US" sz="2000" b="1" dirty="0">
                <a:solidFill>
                  <a:srgbClr val="FFFFFF"/>
                </a:solidFill>
              </a:rPr>
              <a:t>Improve Customer Data Collection</a:t>
            </a:r>
            <a:endParaRPr lang="en-US" sz="2000" dirty="0">
              <a:solidFill>
                <a:srgbClr val="FFFFFF"/>
              </a:solidFill>
            </a:endParaRPr>
          </a:p>
          <a:p>
            <a:pPr marL="0" indent="0">
              <a:buNone/>
            </a:pPr>
            <a:r>
              <a:rPr lang="en-US" sz="2000" dirty="0">
                <a:solidFill>
                  <a:srgbClr val="FFFFFF"/>
                </a:solidFill>
              </a:rPr>
              <a:t>Capture complete customer demographic information during the sales process to support customer segmentation and targeted marketing. </a:t>
            </a:r>
          </a:p>
          <a:p>
            <a:pPr marL="0" indent="0">
              <a:buNone/>
            </a:pPr>
            <a:r>
              <a:rPr lang="en-US" sz="2000" b="1" dirty="0">
                <a:solidFill>
                  <a:srgbClr val="FFFFFF"/>
                </a:solidFill>
              </a:rPr>
              <a:t>Optimize Supplier Performance</a:t>
            </a:r>
            <a:endParaRPr lang="en-US" sz="2000" dirty="0">
              <a:solidFill>
                <a:srgbClr val="FFFFFF"/>
              </a:solidFill>
            </a:endParaRPr>
          </a:p>
          <a:p>
            <a:pPr marL="0" indent="0">
              <a:buNone/>
            </a:pPr>
            <a:r>
              <a:rPr lang="en-US" sz="2000" dirty="0">
                <a:solidFill>
                  <a:srgbClr val="FFFFFF"/>
                </a:solidFill>
              </a:rPr>
              <a:t>Work with Supplier 5 to reduce manufacturing lead times and improve product quality through regular performance reviews. </a:t>
            </a:r>
          </a:p>
          <a:p>
            <a:pPr marL="0" indent="0">
              <a:buNone/>
            </a:pPr>
            <a:r>
              <a:rPr lang="en-US" sz="2000" b="1" dirty="0">
                <a:solidFill>
                  <a:srgbClr val="FFFFFF"/>
                </a:solidFill>
              </a:rPr>
              <a:t>Strengthen Quality Control</a:t>
            </a:r>
            <a:endParaRPr lang="en-US" sz="2000" dirty="0">
              <a:solidFill>
                <a:srgbClr val="FFFFFF"/>
              </a:solidFill>
            </a:endParaRPr>
          </a:p>
          <a:p>
            <a:pPr marL="0" indent="0">
              <a:buNone/>
            </a:pPr>
            <a:r>
              <a:rPr lang="en-US" sz="2000" dirty="0">
                <a:solidFill>
                  <a:srgbClr val="FFFFFF"/>
                </a:solidFill>
              </a:rPr>
              <a:t>Increase inspections for Haircare and Skincare products and monitor pending inspections to reduce defect rates. </a:t>
            </a:r>
          </a:p>
          <a:p>
            <a:pPr marL="0" indent="0">
              <a:buNone/>
            </a:pPr>
            <a:r>
              <a:rPr lang="en-US" sz="2000" b="1" dirty="0">
                <a:solidFill>
                  <a:srgbClr val="FFFFFF"/>
                </a:solidFill>
              </a:rPr>
              <a:t>Improve Logistics Efficiency</a:t>
            </a:r>
            <a:endParaRPr lang="en-US" sz="2000" dirty="0">
              <a:solidFill>
                <a:srgbClr val="FFFFFF"/>
              </a:solidFill>
            </a:endParaRPr>
          </a:p>
          <a:p>
            <a:pPr marL="0" indent="0">
              <a:buNone/>
            </a:pPr>
            <a:r>
              <a:rPr lang="en-US" sz="2000" dirty="0">
                <a:solidFill>
                  <a:srgbClr val="FFFFFF"/>
                </a:solidFill>
              </a:rPr>
              <a:t>Continue using Carrier B for balanced shipping cost and delivery performance while evaluating opportunities to reduce Air transportation costs. </a:t>
            </a:r>
          </a:p>
          <a:p>
            <a:pPr marL="0" indent="0">
              <a:buNone/>
            </a:pPr>
            <a:r>
              <a:rPr lang="en-US" sz="2000" b="1" dirty="0">
                <a:solidFill>
                  <a:srgbClr val="FFFFFF"/>
                </a:solidFill>
              </a:rPr>
              <a:t>Optimize Inventory Planning</a:t>
            </a:r>
            <a:endParaRPr lang="en-US" sz="2000" dirty="0">
              <a:solidFill>
                <a:srgbClr val="FFFFFF"/>
              </a:solidFill>
            </a:endParaRPr>
          </a:p>
          <a:p>
            <a:pPr marL="0" indent="0">
              <a:buNone/>
            </a:pPr>
            <a:r>
              <a:rPr lang="en-US" sz="2000" dirty="0">
                <a:solidFill>
                  <a:srgbClr val="FFFFFF"/>
                </a:solidFill>
              </a:rPr>
              <a:t>Review inventory policies for lower-performing product categories and align stock levels with product demand to reduce excess inventory while maintaining availability.</a:t>
            </a:r>
          </a:p>
          <a:p>
            <a:endParaRPr lang="en-US" sz="1500" dirty="0">
              <a:solidFill>
                <a:srgbClr val="FFFFFF"/>
              </a:solidFill>
            </a:endParaRPr>
          </a:p>
        </p:txBody>
      </p:sp>
    </p:spTree>
    <p:extLst>
      <p:ext uri="{BB962C8B-B14F-4D97-AF65-F5344CB8AC3E}">
        <p14:creationId xmlns:p14="http://schemas.microsoft.com/office/powerpoint/2010/main" val="14722634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55" name="Picture 54">
            <a:extLst>
              <a:ext uri="{FF2B5EF4-FFF2-40B4-BE49-F238E27FC236}">
                <a16:creationId xmlns:a16="http://schemas.microsoft.com/office/drawing/2014/main" id="{E6EADE3C-3774-C296-4A85-82B1427FC6C7}"/>
              </a:ext>
            </a:extLst>
          </p:cNvPr>
          <p:cNvPicPr>
            <a:picLocks noChangeAspect="1"/>
          </p:cNvPicPr>
          <p:nvPr/>
        </p:nvPicPr>
        <p:blipFill>
          <a:blip r:embed="rId3">
            <a:duotone>
              <a:prstClr val="black"/>
              <a:schemeClr val="tx2">
                <a:tint val="45000"/>
                <a:satMod val="400000"/>
              </a:schemeClr>
            </a:duotone>
            <a:alphaModFix amt="25000"/>
          </a:blip>
          <a:srcRect t="4185" b="11545"/>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23289993-91D2-D31C-B2A9-ABC9983AD91F}"/>
              </a:ext>
            </a:extLst>
          </p:cNvPr>
          <p:cNvSpPr>
            <a:spLocks noGrp="1"/>
          </p:cNvSpPr>
          <p:nvPr>
            <p:ph type="title"/>
          </p:nvPr>
        </p:nvSpPr>
        <p:spPr>
          <a:xfrm>
            <a:off x="838200" y="365125"/>
            <a:ext cx="10515600" cy="1325563"/>
          </a:xfrm>
        </p:spPr>
        <p:txBody>
          <a:bodyPr>
            <a:normAutofit/>
          </a:bodyPr>
          <a:lstStyle/>
          <a:p>
            <a:pPr algn="ctr"/>
            <a:r>
              <a:rPr lang="en-US" b="1" dirty="0"/>
              <a:t>Conclusion</a:t>
            </a:r>
          </a:p>
        </p:txBody>
      </p:sp>
      <p:graphicFrame>
        <p:nvGraphicFramePr>
          <p:cNvPr id="57" name="Content Placeholder 2">
            <a:extLst>
              <a:ext uri="{FF2B5EF4-FFF2-40B4-BE49-F238E27FC236}">
                <a16:creationId xmlns:a16="http://schemas.microsoft.com/office/drawing/2014/main" id="{C0DB2CA4-66F6-B635-177D-9D0C35D0F1D3}"/>
              </a:ext>
            </a:extLst>
          </p:cNvPr>
          <p:cNvGraphicFramePr>
            <a:graphicFrameLocks noGrp="1"/>
          </p:cNvGraphicFramePr>
          <p:nvPr>
            <p:ph idx="1"/>
            <p:extLst>
              <p:ext uri="{D42A27DB-BD31-4B8C-83A1-F6EECF244321}">
                <p14:modId xmlns:p14="http://schemas.microsoft.com/office/powerpoint/2010/main" val="2957649324"/>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979845240"/>
      </p:ext>
    </p:extLst>
  </p:cSld>
  <p:clrMapOvr>
    <a:overrideClrMapping bg1="dk1" tx1="lt1" bg2="dk2" tx2="lt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1F05A14-5FD8-E995-B245-2B62B15C62A6}"/>
            </a:ext>
          </a:extLst>
        </p:cNvPr>
        <p:cNvGrpSpPr/>
        <p:nvPr/>
      </p:nvGrpSpPr>
      <p:grpSpPr>
        <a:xfrm>
          <a:off x="0" y="0"/>
          <a:ext cx="0" cy="0"/>
          <a:chOff x="0" y="0"/>
          <a:chExt cx="0" cy="0"/>
        </a:xfrm>
      </p:grpSpPr>
      <p:pic>
        <p:nvPicPr>
          <p:cNvPr id="24" name="Picture 23" descr="Illuminated server room panel">
            <a:extLst>
              <a:ext uri="{FF2B5EF4-FFF2-40B4-BE49-F238E27FC236}">
                <a16:creationId xmlns:a16="http://schemas.microsoft.com/office/drawing/2014/main" id="{CDDD500F-0A4C-EC18-F5AD-4AD0460EDDD9}"/>
              </a:ext>
            </a:extLst>
          </p:cNvPr>
          <p:cNvPicPr>
            <a:picLocks noChangeAspect="1"/>
          </p:cNvPicPr>
          <p:nvPr/>
        </p:nvPicPr>
        <p:blipFill>
          <a:blip r:embed="rId3">
            <a:alphaModFix amt="40000"/>
          </a:blip>
          <a:srcRect t="15720" b="11"/>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C4715A8F-649A-98E0-C0AF-B1416CD1DC28}"/>
              </a:ext>
            </a:extLst>
          </p:cNvPr>
          <p:cNvSpPr>
            <a:spLocks noGrp="1"/>
          </p:cNvSpPr>
          <p:nvPr>
            <p:ph type="ctrTitle"/>
          </p:nvPr>
        </p:nvSpPr>
        <p:spPr>
          <a:xfrm>
            <a:off x="965200" y="965200"/>
            <a:ext cx="10261600" cy="3564869"/>
          </a:xfrm>
        </p:spPr>
        <p:txBody>
          <a:bodyPr>
            <a:normAutofit/>
          </a:bodyPr>
          <a:lstStyle/>
          <a:p>
            <a:pPr algn="l"/>
            <a:r>
              <a:rPr lang="en-US" sz="11500" dirty="0">
                <a:ln w="22225">
                  <a:solidFill>
                    <a:schemeClr val="tx1"/>
                  </a:solidFill>
                  <a:miter lim="800000"/>
                </a:ln>
                <a:noFill/>
              </a:rPr>
              <a:t>Thank you</a:t>
            </a:r>
          </a:p>
        </p:txBody>
      </p:sp>
    </p:spTree>
    <p:extLst>
      <p:ext uri="{BB962C8B-B14F-4D97-AF65-F5344CB8AC3E}">
        <p14:creationId xmlns:p14="http://schemas.microsoft.com/office/powerpoint/2010/main" val="3928848765"/>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77</TotalTime>
  <Words>535</Words>
  <Application>Microsoft Office PowerPoint</Application>
  <PresentationFormat>Widescreen</PresentationFormat>
  <Paragraphs>80</Paragraphs>
  <Slides>11</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Aptos</vt:lpstr>
      <vt:lpstr>Aptos Display</vt:lpstr>
      <vt:lpstr>Arial</vt:lpstr>
      <vt:lpstr>Calibri</vt:lpstr>
      <vt:lpstr>Wingdings</vt:lpstr>
      <vt:lpstr>Office Theme</vt:lpstr>
      <vt:lpstr>Supply Chain Data Analytics Capstone</vt:lpstr>
      <vt:lpstr>Business Problem &amp; Objectives</vt:lpstr>
      <vt:lpstr>Data Preparation &amp; Methodology</vt:lpstr>
      <vt:lpstr>PowerPoint Presentation</vt:lpstr>
      <vt:lpstr>PowerPoint Presentation</vt:lpstr>
      <vt:lpstr>PowerPoint Presentation</vt:lpstr>
      <vt:lpstr>PowerPoint Presentation</vt:lpstr>
      <vt:lpstr>PowerPoint Presentation</vt:lpstr>
      <vt:lpstr>Business Recommendations</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Isabel Tavares</dc:creator>
  <cp:lastModifiedBy>Isabel Tavares</cp:lastModifiedBy>
  <cp:revision>3</cp:revision>
  <dcterms:created xsi:type="dcterms:W3CDTF">2026-07-27T01:43:47Z</dcterms:created>
  <dcterms:modified xsi:type="dcterms:W3CDTF">2026-08-06T04:15:36Z</dcterms:modified>
</cp:coreProperties>
</file>